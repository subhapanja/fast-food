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4" d="100"/>
          <a:sy n="54" d="100"/>
        </p:scale>
        <p:origin x="2558" y="5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5/15/2026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5/15/2026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5/15/2026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55079" y="1063625"/>
            <a:ext cx="6521450" cy="39115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swati.goel@chitkara.edu.in" TargetMode="External"/><Relationship Id="rId2" Type="http://schemas.openxmlformats.org/officeDocument/2006/relationships/hyperlink" Target="mailto:subha1407.be22@chitkarauniversity.edu.in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:4000/" TargetMode="External"/><Relationship Id="rId2" Type="http://schemas.openxmlformats.org/officeDocument/2006/relationships/hyperlink" Target="https://food-delivery-backend-5b6g.onrender.com/" TargetMode="Externa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mailto:Subhapanja@cluster0.zj08pgp.mongodb.net" TargetMode="Externa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CIE-</a:t>
            </a:r>
            <a:r>
              <a:rPr spc="-70" dirty="0"/>
              <a:t> </a:t>
            </a:r>
            <a:r>
              <a:rPr dirty="0"/>
              <a:t>COPYRIGHT</a:t>
            </a:r>
            <a:r>
              <a:rPr spc="-70" dirty="0"/>
              <a:t> </a:t>
            </a:r>
            <a:r>
              <a:rPr spc="-20" dirty="0"/>
              <a:t>INFORMATION</a:t>
            </a:r>
            <a:r>
              <a:rPr spc="-70" dirty="0"/>
              <a:t> </a:t>
            </a:r>
            <a:r>
              <a:rPr dirty="0"/>
              <a:t>EXTRACTION</a:t>
            </a:r>
            <a:r>
              <a:rPr spc="-70" dirty="0"/>
              <a:t> </a:t>
            </a:r>
            <a:r>
              <a:rPr spc="-20" dirty="0"/>
              <a:t>FORM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39724" y="1606550"/>
            <a:ext cx="3197225" cy="13893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b="1" dirty="0">
                <a:latin typeface="Calibri"/>
                <a:cs typeface="Calibri"/>
              </a:rPr>
              <a:t>TITLE</a:t>
            </a:r>
            <a:r>
              <a:rPr sz="1100" dirty="0">
                <a:latin typeface="Calibri"/>
                <a:cs typeface="Calibri"/>
              </a:rPr>
              <a:t>:</a:t>
            </a:r>
            <a:r>
              <a:rPr sz="1100" spc="150" dirty="0">
                <a:latin typeface="Calibri"/>
                <a:cs typeface="Calibri"/>
              </a:rPr>
              <a:t> </a:t>
            </a:r>
            <a:r>
              <a:rPr sz="1500" spc="-20" dirty="0">
                <a:latin typeface="Calibri"/>
                <a:cs typeface="Calibri"/>
              </a:rPr>
              <a:t>Tomato</a:t>
            </a:r>
            <a:r>
              <a:rPr sz="1500" spc="-4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Food</a:t>
            </a:r>
            <a:r>
              <a:rPr sz="1500" spc="-5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Delivery</a:t>
            </a:r>
            <a:r>
              <a:rPr sz="1500" spc="-45" dirty="0">
                <a:latin typeface="Calibri"/>
                <a:cs typeface="Calibri"/>
              </a:rPr>
              <a:t> </a:t>
            </a:r>
            <a:r>
              <a:rPr sz="1500" spc="-10" dirty="0">
                <a:latin typeface="Calibri"/>
                <a:cs typeface="Calibri"/>
              </a:rPr>
              <a:t>Website</a:t>
            </a:r>
            <a:endParaRPr sz="15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450"/>
              </a:spcBef>
            </a:pPr>
            <a:r>
              <a:rPr sz="1100" b="1" dirty="0">
                <a:latin typeface="Calibri"/>
                <a:cs typeface="Calibri"/>
              </a:rPr>
              <a:t>SCHOOL</a:t>
            </a:r>
            <a:r>
              <a:rPr sz="1100" dirty="0">
                <a:latin typeface="Calibri"/>
                <a:cs typeface="Calibri"/>
              </a:rPr>
              <a:t>:</a:t>
            </a:r>
            <a:r>
              <a:rPr sz="1100" spc="434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Chitkara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spc="-25" dirty="0">
                <a:latin typeface="Calibri"/>
                <a:cs typeface="Calibri"/>
              </a:rPr>
              <a:t>University,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Rajpura,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Punjab</a:t>
            </a:r>
            <a:endParaRPr sz="14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520"/>
              </a:spcBef>
            </a:pPr>
            <a:r>
              <a:rPr sz="1100" b="1" u="sng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Name</a:t>
            </a:r>
            <a:r>
              <a:rPr sz="1200" b="1" u="none" dirty="0">
                <a:latin typeface="Calibri"/>
                <a:cs typeface="Calibri"/>
              </a:rPr>
              <a:t>:</a:t>
            </a:r>
            <a:r>
              <a:rPr sz="1200" b="1" u="none" spc="200" dirty="0">
                <a:latin typeface="Calibri"/>
                <a:cs typeface="Calibri"/>
              </a:rPr>
              <a:t> </a:t>
            </a:r>
            <a:r>
              <a:rPr sz="1200" u="none" dirty="0">
                <a:latin typeface="Calibri"/>
                <a:cs typeface="Calibri"/>
              </a:rPr>
              <a:t>Subha</a:t>
            </a:r>
            <a:r>
              <a:rPr sz="1200" u="none" spc="-10" dirty="0">
                <a:latin typeface="Calibri"/>
                <a:cs typeface="Calibri"/>
              </a:rPr>
              <a:t> </a:t>
            </a:r>
            <a:r>
              <a:rPr sz="1200" u="none" spc="-20" dirty="0">
                <a:latin typeface="Calibri"/>
                <a:cs typeface="Calibri"/>
              </a:rPr>
              <a:t>Panja</a:t>
            </a:r>
            <a:endParaRPr sz="12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410"/>
              </a:spcBef>
            </a:pPr>
            <a:r>
              <a:rPr sz="1100" b="1" u="sng" spc="-10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Roll</a:t>
            </a:r>
            <a:r>
              <a:rPr sz="1100" b="1" u="sng" spc="-35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 </a:t>
            </a:r>
            <a:r>
              <a:rPr sz="1100" b="1" u="sng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No</a:t>
            </a:r>
            <a:r>
              <a:rPr sz="1100" b="1" u="none" dirty="0">
                <a:latin typeface="Calibri"/>
                <a:cs typeface="Calibri"/>
              </a:rPr>
              <a:t>:</a:t>
            </a:r>
            <a:r>
              <a:rPr sz="1100" b="1" u="none" spc="250" dirty="0">
                <a:latin typeface="Calibri"/>
                <a:cs typeface="Calibri"/>
              </a:rPr>
              <a:t> </a:t>
            </a:r>
            <a:r>
              <a:rPr sz="1200" u="none" spc="-10" dirty="0">
                <a:latin typeface="Calibri"/>
                <a:cs typeface="Calibri"/>
              </a:rPr>
              <a:t>2211981407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136354" y="3905313"/>
            <a:ext cx="1291590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b="1" u="sng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All</a:t>
            </a:r>
            <a:r>
              <a:rPr sz="1100" b="1" u="sng" spc="-45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 </a:t>
            </a:r>
            <a:r>
              <a:rPr sz="1100" b="1" u="sng" spc="-10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MEMBERS</a:t>
            </a:r>
            <a:r>
              <a:rPr sz="1100" b="1" u="sng" spc="-40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 </a:t>
            </a:r>
            <a:r>
              <a:rPr sz="1100" b="1" u="sng" spc="-10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DETAILS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442269" y="4324397"/>
            <a:ext cx="696595" cy="12827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045"/>
              </a:lnSpc>
            </a:pPr>
            <a:r>
              <a:rPr sz="1100" b="1" dirty="0">
                <a:latin typeface="Calibri"/>
                <a:cs typeface="Calibri"/>
              </a:rPr>
              <a:t>ROLL</a:t>
            </a:r>
            <a:r>
              <a:rPr sz="1100" b="1" spc="-60" dirty="0">
                <a:latin typeface="Calibri"/>
                <a:cs typeface="Calibri"/>
              </a:rPr>
              <a:t> </a:t>
            </a:r>
            <a:r>
              <a:rPr sz="1100" b="1" spc="-25" dirty="0">
                <a:latin typeface="Calibri"/>
                <a:cs typeface="Calibri"/>
              </a:rPr>
              <a:t>NO</a:t>
            </a:r>
            <a:endParaRPr sz="1100">
              <a:latin typeface="Calibri"/>
              <a:cs typeface="Calibri"/>
            </a:endParaRPr>
          </a:p>
          <a:p>
            <a:pPr>
              <a:lnSpc>
                <a:spcPct val="100000"/>
              </a:lnSpc>
            </a:pPr>
            <a:endParaRPr sz="1100">
              <a:latin typeface="Calibri"/>
              <a:cs typeface="Calibri"/>
            </a:endParaRPr>
          </a:p>
          <a:p>
            <a:pPr>
              <a:lnSpc>
                <a:spcPct val="100000"/>
              </a:lnSpc>
            </a:pPr>
            <a:endParaRPr sz="1100">
              <a:latin typeface="Calibri"/>
              <a:cs typeface="Calibri"/>
            </a:endParaRPr>
          </a:p>
          <a:p>
            <a:pPr>
              <a:lnSpc>
                <a:spcPct val="100000"/>
              </a:lnSpc>
            </a:pPr>
            <a:endParaRPr sz="1100">
              <a:latin typeface="Calibri"/>
              <a:cs typeface="Calibri"/>
            </a:endParaRPr>
          </a:p>
          <a:p>
            <a:pPr>
              <a:lnSpc>
                <a:spcPct val="100000"/>
              </a:lnSpc>
            </a:pPr>
            <a:endParaRPr sz="11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965"/>
              </a:spcBef>
            </a:pPr>
            <a:endParaRPr sz="1100">
              <a:latin typeface="Calibri"/>
              <a:cs typeface="Calibri"/>
            </a:endParaRPr>
          </a:p>
          <a:p>
            <a:pPr>
              <a:lnSpc>
                <a:spcPct val="100000"/>
              </a:lnSpc>
            </a:pPr>
            <a:r>
              <a:rPr sz="1100" spc="-25" dirty="0">
                <a:latin typeface="Calibri"/>
                <a:cs typeface="Calibri"/>
              </a:rPr>
              <a:t>2211981407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61949" y="4324397"/>
            <a:ext cx="795655" cy="293052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045"/>
              </a:lnSpc>
            </a:pPr>
            <a:r>
              <a:rPr sz="1100" b="1" spc="-20" dirty="0">
                <a:latin typeface="Calibri"/>
                <a:cs typeface="Calibri"/>
              </a:rPr>
              <a:t>NAME</a:t>
            </a:r>
            <a:endParaRPr sz="1100">
              <a:latin typeface="Calibri"/>
              <a:cs typeface="Calibri"/>
            </a:endParaRPr>
          </a:p>
          <a:p>
            <a:pPr>
              <a:lnSpc>
                <a:spcPct val="100000"/>
              </a:lnSpc>
            </a:pPr>
            <a:endParaRPr sz="1100">
              <a:latin typeface="Calibri"/>
              <a:cs typeface="Calibri"/>
            </a:endParaRPr>
          </a:p>
          <a:p>
            <a:pPr>
              <a:lnSpc>
                <a:spcPct val="100000"/>
              </a:lnSpc>
            </a:pPr>
            <a:endParaRPr sz="1100">
              <a:latin typeface="Calibri"/>
              <a:cs typeface="Calibri"/>
            </a:endParaRPr>
          </a:p>
          <a:p>
            <a:pPr>
              <a:lnSpc>
                <a:spcPct val="100000"/>
              </a:lnSpc>
            </a:pPr>
            <a:endParaRPr sz="1100">
              <a:latin typeface="Calibri"/>
              <a:cs typeface="Calibri"/>
            </a:endParaRPr>
          </a:p>
          <a:p>
            <a:pPr>
              <a:lnSpc>
                <a:spcPct val="100000"/>
              </a:lnSpc>
            </a:pPr>
            <a:endParaRPr sz="11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965"/>
              </a:spcBef>
            </a:pPr>
            <a:endParaRPr sz="1100">
              <a:latin typeface="Calibri"/>
              <a:cs typeface="Calibri"/>
            </a:endParaRPr>
          </a:p>
          <a:p>
            <a:pPr>
              <a:lnSpc>
                <a:spcPct val="100000"/>
              </a:lnSpc>
            </a:pPr>
            <a:r>
              <a:rPr sz="1100" b="1" dirty="0">
                <a:solidFill>
                  <a:srgbClr val="FF0000"/>
                </a:solidFill>
                <a:latin typeface="Calibri"/>
                <a:cs typeface="Calibri"/>
              </a:rPr>
              <a:t>Subha</a:t>
            </a:r>
            <a:r>
              <a:rPr sz="1100" b="1" spc="-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100" b="1" spc="-10" dirty="0">
                <a:solidFill>
                  <a:srgbClr val="FF0000"/>
                </a:solidFill>
                <a:latin typeface="Calibri"/>
                <a:cs typeface="Calibri"/>
              </a:rPr>
              <a:t>Panja</a:t>
            </a:r>
            <a:endParaRPr sz="1100">
              <a:latin typeface="Calibri"/>
              <a:cs typeface="Calibri"/>
            </a:endParaRPr>
          </a:p>
          <a:p>
            <a:pPr>
              <a:lnSpc>
                <a:spcPct val="100000"/>
              </a:lnSpc>
            </a:pPr>
            <a:endParaRPr sz="1100">
              <a:latin typeface="Calibri"/>
              <a:cs typeface="Calibri"/>
            </a:endParaRPr>
          </a:p>
          <a:p>
            <a:pPr>
              <a:lnSpc>
                <a:spcPct val="100000"/>
              </a:lnSpc>
            </a:pPr>
            <a:endParaRPr sz="1100">
              <a:latin typeface="Calibri"/>
              <a:cs typeface="Calibri"/>
            </a:endParaRPr>
          </a:p>
          <a:p>
            <a:pPr>
              <a:lnSpc>
                <a:spcPct val="100000"/>
              </a:lnSpc>
            </a:pPr>
            <a:endParaRPr sz="1100">
              <a:latin typeface="Calibri"/>
              <a:cs typeface="Calibri"/>
            </a:endParaRPr>
          </a:p>
          <a:p>
            <a:pPr>
              <a:lnSpc>
                <a:spcPct val="100000"/>
              </a:lnSpc>
            </a:pPr>
            <a:endParaRPr sz="1100">
              <a:latin typeface="Calibri"/>
              <a:cs typeface="Calibri"/>
            </a:endParaRPr>
          </a:p>
          <a:p>
            <a:pPr>
              <a:lnSpc>
                <a:spcPct val="100000"/>
              </a:lnSpc>
            </a:pPr>
            <a:endParaRPr sz="1100">
              <a:latin typeface="Calibri"/>
              <a:cs typeface="Calibri"/>
            </a:endParaRPr>
          </a:p>
          <a:p>
            <a:pPr>
              <a:lnSpc>
                <a:spcPct val="100000"/>
              </a:lnSpc>
            </a:pPr>
            <a:endParaRPr sz="1100">
              <a:latin typeface="Calibri"/>
              <a:cs typeface="Calibri"/>
            </a:endParaRPr>
          </a:p>
          <a:p>
            <a:pPr>
              <a:lnSpc>
                <a:spcPct val="100000"/>
              </a:lnSpc>
            </a:pPr>
            <a:endParaRPr sz="11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910"/>
              </a:spcBef>
            </a:pPr>
            <a:endParaRPr sz="1100">
              <a:latin typeface="Calibri"/>
              <a:cs typeface="Calibri"/>
            </a:endParaRPr>
          </a:p>
          <a:p>
            <a:pPr>
              <a:lnSpc>
                <a:spcPct val="100000"/>
              </a:lnSpc>
            </a:pPr>
            <a:r>
              <a:rPr sz="1100" b="1" spc="-50" dirty="0">
                <a:solidFill>
                  <a:srgbClr val="FF0000"/>
                </a:solidFill>
                <a:latin typeface="Calibri"/>
                <a:cs typeface="Calibri"/>
              </a:rPr>
              <a:t>Dr.</a:t>
            </a:r>
            <a:r>
              <a:rPr sz="1100" b="1" spc="-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100" b="1" spc="-20" dirty="0">
                <a:solidFill>
                  <a:srgbClr val="FF0000"/>
                </a:solidFill>
                <a:latin typeface="Calibri"/>
                <a:cs typeface="Calibri"/>
              </a:rPr>
              <a:t>Swati</a:t>
            </a:r>
            <a:r>
              <a:rPr sz="1100" b="1" spc="-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100" b="1" spc="-20" dirty="0">
                <a:solidFill>
                  <a:srgbClr val="FF0000"/>
                </a:solidFill>
                <a:latin typeface="Calibri"/>
                <a:cs typeface="Calibri"/>
              </a:rPr>
              <a:t>Goel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666529" y="4324397"/>
            <a:ext cx="2835910" cy="346392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045"/>
              </a:lnSpc>
            </a:pPr>
            <a:r>
              <a:rPr sz="1100" b="1" spc="-10" dirty="0">
                <a:latin typeface="Calibri"/>
                <a:cs typeface="Calibri"/>
              </a:rPr>
              <a:t>ADDRESS</a:t>
            </a:r>
            <a:r>
              <a:rPr sz="1100" b="1" spc="-45" dirty="0">
                <a:latin typeface="Calibri"/>
                <a:cs typeface="Calibri"/>
              </a:rPr>
              <a:t> </a:t>
            </a:r>
            <a:r>
              <a:rPr sz="1100" b="1" dirty="0">
                <a:latin typeface="Calibri"/>
                <a:cs typeface="Calibri"/>
              </a:rPr>
              <a:t>WITH</a:t>
            </a:r>
            <a:r>
              <a:rPr sz="1100" b="1" spc="-40" dirty="0">
                <a:latin typeface="Calibri"/>
                <a:cs typeface="Calibri"/>
              </a:rPr>
              <a:t> </a:t>
            </a:r>
            <a:r>
              <a:rPr sz="1100" b="1" dirty="0">
                <a:latin typeface="Calibri"/>
                <a:cs typeface="Calibri"/>
              </a:rPr>
              <a:t>EMAIL</a:t>
            </a:r>
            <a:r>
              <a:rPr sz="1100" b="1" spc="-35" dirty="0">
                <a:latin typeface="Calibri"/>
                <a:cs typeface="Calibri"/>
              </a:rPr>
              <a:t> </a:t>
            </a:r>
            <a:r>
              <a:rPr sz="1100" b="1" dirty="0">
                <a:latin typeface="Calibri"/>
                <a:cs typeface="Calibri"/>
              </a:rPr>
              <a:t>AND</a:t>
            </a:r>
            <a:r>
              <a:rPr sz="1100" b="1" spc="-25" dirty="0">
                <a:latin typeface="Calibri"/>
                <a:cs typeface="Calibri"/>
              </a:rPr>
              <a:t> </a:t>
            </a:r>
            <a:r>
              <a:rPr sz="1100" b="1" spc="-10" dirty="0">
                <a:latin typeface="Calibri"/>
                <a:cs typeface="Calibri"/>
              </a:rPr>
              <a:t>MOBILE</a:t>
            </a:r>
            <a:r>
              <a:rPr sz="1100" b="1" spc="-35" dirty="0">
                <a:latin typeface="Calibri"/>
                <a:cs typeface="Calibri"/>
              </a:rPr>
              <a:t> </a:t>
            </a:r>
            <a:r>
              <a:rPr sz="1100" b="1" spc="-25" dirty="0">
                <a:latin typeface="Calibri"/>
                <a:cs typeface="Calibri"/>
              </a:rPr>
              <a:t>NO.</a:t>
            </a:r>
            <a:endParaRPr sz="11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380"/>
              </a:spcBef>
            </a:pPr>
            <a:endParaRPr sz="1100">
              <a:latin typeface="Calibri"/>
              <a:cs typeface="Calibri"/>
            </a:endParaRPr>
          </a:p>
          <a:p>
            <a:pPr marR="268605">
              <a:lnSpc>
                <a:spcPct val="221600"/>
              </a:lnSpc>
            </a:pPr>
            <a:r>
              <a:rPr sz="1100" spc="-10" dirty="0">
                <a:latin typeface="Calibri"/>
                <a:cs typeface="Calibri"/>
              </a:rPr>
              <a:t>Chitkara</a:t>
            </a:r>
            <a:r>
              <a:rPr sz="1100" spc="-55" dirty="0">
                <a:latin typeface="Calibri"/>
                <a:cs typeface="Calibri"/>
              </a:rPr>
              <a:t> </a:t>
            </a:r>
            <a:r>
              <a:rPr sz="1100" dirty="0">
                <a:latin typeface="Calibri"/>
                <a:cs typeface="Calibri"/>
              </a:rPr>
              <a:t>University,</a:t>
            </a:r>
            <a:r>
              <a:rPr sz="1100" spc="135" dirty="0">
                <a:latin typeface="Calibri"/>
                <a:cs typeface="Calibri"/>
              </a:rPr>
              <a:t> </a:t>
            </a:r>
            <a:r>
              <a:rPr sz="1100" dirty="0">
                <a:latin typeface="Calibri"/>
                <a:cs typeface="Calibri"/>
              </a:rPr>
              <a:t>Patiala</a:t>
            </a:r>
            <a:r>
              <a:rPr sz="1100" spc="-60" dirty="0">
                <a:latin typeface="Calibri"/>
                <a:cs typeface="Calibri"/>
              </a:rPr>
              <a:t> </a:t>
            </a:r>
            <a:r>
              <a:rPr sz="1100" dirty="0">
                <a:latin typeface="Calibri"/>
                <a:cs typeface="Calibri"/>
              </a:rPr>
              <a:t>National</a:t>
            </a:r>
            <a:r>
              <a:rPr sz="1100" spc="-55" dirty="0">
                <a:latin typeface="Calibri"/>
                <a:cs typeface="Calibri"/>
              </a:rPr>
              <a:t> </a:t>
            </a:r>
            <a:r>
              <a:rPr sz="1100" spc="-10" dirty="0">
                <a:latin typeface="Calibri"/>
                <a:cs typeface="Calibri"/>
              </a:rPr>
              <a:t>Highway </a:t>
            </a:r>
            <a:r>
              <a:rPr sz="1100" dirty="0">
                <a:latin typeface="Calibri"/>
                <a:cs typeface="Calibri"/>
              </a:rPr>
              <a:t>District</a:t>
            </a:r>
            <a:r>
              <a:rPr sz="1100" spc="-40" dirty="0">
                <a:latin typeface="Calibri"/>
                <a:cs typeface="Calibri"/>
              </a:rPr>
              <a:t> </a:t>
            </a:r>
            <a:r>
              <a:rPr sz="1100" dirty="0">
                <a:latin typeface="Calibri"/>
                <a:cs typeface="Calibri"/>
              </a:rPr>
              <a:t>Patiala,</a:t>
            </a:r>
            <a:r>
              <a:rPr sz="1100" spc="-40" dirty="0">
                <a:latin typeface="Calibri"/>
                <a:cs typeface="Calibri"/>
              </a:rPr>
              <a:t> </a:t>
            </a:r>
            <a:r>
              <a:rPr sz="1100" dirty="0">
                <a:latin typeface="Calibri"/>
                <a:cs typeface="Calibri"/>
              </a:rPr>
              <a:t>Punjab,</a:t>
            </a:r>
            <a:r>
              <a:rPr sz="1100" spc="-35" dirty="0">
                <a:latin typeface="Calibri"/>
                <a:cs typeface="Calibri"/>
              </a:rPr>
              <a:t> </a:t>
            </a:r>
            <a:r>
              <a:rPr sz="1100" spc="-10" dirty="0">
                <a:latin typeface="Calibri"/>
                <a:cs typeface="Calibri"/>
              </a:rPr>
              <a:t>India-140401</a:t>
            </a:r>
            <a:endParaRPr sz="1100">
              <a:latin typeface="Calibri"/>
              <a:cs typeface="Calibri"/>
            </a:endParaRPr>
          </a:p>
          <a:p>
            <a:pPr>
              <a:lnSpc>
                <a:spcPts val="2930"/>
              </a:lnSpc>
              <a:spcBef>
                <a:spcPts val="285"/>
              </a:spcBef>
            </a:pPr>
            <a:r>
              <a:rPr sz="1100" dirty="0">
                <a:latin typeface="Calibri"/>
                <a:cs typeface="Calibri"/>
              </a:rPr>
              <a:t>Email:</a:t>
            </a:r>
            <a:r>
              <a:rPr sz="1100" spc="-40" dirty="0">
                <a:latin typeface="Calibri"/>
                <a:cs typeface="Calibri"/>
              </a:rPr>
              <a:t> </a:t>
            </a:r>
            <a:r>
              <a:rPr sz="1100" spc="-10" dirty="0">
                <a:latin typeface="Calibri"/>
                <a:cs typeface="Calibri"/>
                <a:hlinkClick r:id="rId2"/>
              </a:rPr>
              <a:t>subha1407.be22@chitkarauniversity.edu.in</a:t>
            </a:r>
            <a:r>
              <a:rPr sz="1100" spc="-10" dirty="0">
                <a:latin typeface="Calibri"/>
                <a:cs typeface="Calibri"/>
              </a:rPr>
              <a:t> </a:t>
            </a:r>
            <a:r>
              <a:rPr sz="1100" dirty="0">
                <a:latin typeface="Calibri"/>
                <a:cs typeface="Calibri"/>
              </a:rPr>
              <a:t>Mobile:</a:t>
            </a:r>
            <a:r>
              <a:rPr sz="1100" spc="-50" dirty="0">
                <a:latin typeface="Calibri"/>
                <a:cs typeface="Calibri"/>
              </a:rPr>
              <a:t> </a:t>
            </a:r>
            <a:r>
              <a:rPr sz="1100" spc="-10" dirty="0">
                <a:latin typeface="Calibri"/>
                <a:cs typeface="Calibri"/>
              </a:rPr>
              <a:t>8597995868</a:t>
            </a:r>
            <a:endParaRPr sz="11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85"/>
              </a:spcBef>
            </a:pPr>
            <a:endParaRPr sz="1100">
              <a:latin typeface="Calibri"/>
              <a:cs typeface="Calibri"/>
            </a:endParaRPr>
          </a:p>
          <a:p>
            <a:pPr marR="268605">
              <a:lnSpc>
                <a:spcPct val="215899"/>
              </a:lnSpc>
              <a:spcBef>
                <a:spcPts val="5"/>
              </a:spcBef>
            </a:pPr>
            <a:r>
              <a:rPr sz="1100" spc="-10" dirty="0">
                <a:latin typeface="Calibri"/>
                <a:cs typeface="Calibri"/>
              </a:rPr>
              <a:t>Chitkara</a:t>
            </a:r>
            <a:r>
              <a:rPr sz="1100" spc="-55" dirty="0">
                <a:latin typeface="Calibri"/>
                <a:cs typeface="Calibri"/>
              </a:rPr>
              <a:t> </a:t>
            </a:r>
            <a:r>
              <a:rPr sz="1100" dirty="0">
                <a:latin typeface="Calibri"/>
                <a:cs typeface="Calibri"/>
              </a:rPr>
              <a:t>University,</a:t>
            </a:r>
            <a:r>
              <a:rPr sz="1100" spc="135" dirty="0">
                <a:latin typeface="Calibri"/>
                <a:cs typeface="Calibri"/>
              </a:rPr>
              <a:t> </a:t>
            </a:r>
            <a:r>
              <a:rPr sz="1100" dirty="0">
                <a:latin typeface="Calibri"/>
                <a:cs typeface="Calibri"/>
              </a:rPr>
              <a:t>Patiala</a:t>
            </a:r>
            <a:r>
              <a:rPr sz="1100" spc="-60" dirty="0">
                <a:latin typeface="Calibri"/>
                <a:cs typeface="Calibri"/>
              </a:rPr>
              <a:t> </a:t>
            </a:r>
            <a:r>
              <a:rPr sz="1100" dirty="0">
                <a:latin typeface="Calibri"/>
                <a:cs typeface="Calibri"/>
              </a:rPr>
              <a:t>National</a:t>
            </a:r>
            <a:r>
              <a:rPr sz="1100" spc="-55" dirty="0">
                <a:latin typeface="Calibri"/>
                <a:cs typeface="Calibri"/>
              </a:rPr>
              <a:t> </a:t>
            </a:r>
            <a:r>
              <a:rPr sz="1100" spc="-10" dirty="0">
                <a:latin typeface="Calibri"/>
                <a:cs typeface="Calibri"/>
              </a:rPr>
              <a:t>Highway </a:t>
            </a:r>
            <a:r>
              <a:rPr sz="1100" dirty="0">
                <a:latin typeface="Calibri"/>
                <a:cs typeface="Calibri"/>
              </a:rPr>
              <a:t>District</a:t>
            </a:r>
            <a:r>
              <a:rPr sz="1100" spc="-40" dirty="0">
                <a:latin typeface="Calibri"/>
                <a:cs typeface="Calibri"/>
              </a:rPr>
              <a:t> </a:t>
            </a:r>
            <a:r>
              <a:rPr sz="1100" dirty="0">
                <a:latin typeface="Calibri"/>
                <a:cs typeface="Calibri"/>
              </a:rPr>
              <a:t>Patiala,</a:t>
            </a:r>
            <a:r>
              <a:rPr sz="1100" spc="-40" dirty="0">
                <a:latin typeface="Calibri"/>
                <a:cs typeface="Calibri"/>
              </a:rPr>
              <a:t> </a:t>
            </a:r>
            <a:r>
              <a:rPr sz="1100" dirty="0">
                <a:latin typeface="Calibri"/>
                <a:cs typeface="Calibri"/>
              </a:rPr>
              <a:t>Punjab,</a:t>
            </a:r>
            <a:r>
              <a:rPr sz="1100" spc="-35" dirty="0">
                <a:latin typeface="Calibri"/>
                <a:cs typeface="Calibri"/>
              </a:rPr>
              <a:t> </a:t>
            </a:r>
            <a:r>
              <a:rPr sz="1100" spc="-10" dirty="0">
                <a:latin typeface="Calibri"/>
                <a:cs typeface="Calibri"/>
              </a:rPr>
              <a:t>India-140401</a:t>
            </a:r>
            <a:endParaRPr sz="1100">
              <a:latin typeface="Calibri"/>
              <a:cs typeface="Calibri"/>
            </a:endParaRPr>
          </a:p>
          <a:p>
            <a:pPr marR="907415">
              <a:lnSpc>
                <a:spcPct val="193200"/>
              </a:lnSpc>
              <a:spcBef>
                <a:spcPts val="225"/>
              </a:spcBef>
            </a:pPr>
            <a:r>
              <a:rPr sz="1100" dirty="0">
                <a:latin typeface="Calibri"/>
                <a:cs typeface="Calibri"/>
              </a:rPr>
              <a:t>Email:</a:t>
            </a:r>
            <a:r>
              <a:rPr sz="1100" spc="-40" dirty="0">
                <a:latin typeface="Calibri"/>
                <a:cs typeface="Calibri"/>
              </a:rPr>
              <a:t> </a:t>
            </a:r>
            <a:r>
              <a:rPr sz="1100" spc="-10" dirty="0">
                <a:latin typeface="Calibri"/>
                <a:cs typeface="Calibri"/>
                <a:hlinkClick r:id="rId3"/>
              </a:rPr>
              <a:t>swati.goel@chitkara.edu.in</a:t>
            </a:r>
            <a:r>
              <a:rPr sz="1100" spc="-10" dirty="0">
                <a:latin typeface="Calibri"/>
                <a:cs typeface="Calibri"/>
              </a:rPr>
              <a:t> </a:t>
            </a:r>
            <a:r>
              <a:rPr sz="1100" dirty="0">
                <a:latin typeface="Calibri"/>
                <a:cs typeface="Calibri"/>
              </a:rPr>
              <a:t>Mobile:</a:t>
            </a:r>
            <a:r>
              <a:rPr sz="1100" spc="-50" dirty="0">
                <a:latin typeface="Calibri"/>
                <a:cs typeface="Calibri"/>
              </a:rPr>
              <a:t> </a:t>
            </a:r>
            <a:r>
              <a:rPr sz="1100" spc="-10" dirty="0">
                <a:latin typeface="Calibri"/>
                <a:cs typeface="Calibri"/>
              </a:rPr>
              <a:t>9530201003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352424" y="8477249"/>
            <a:ext cx="35560" cy="9525"/>
          </a:xfrm>
          <a:custGeom>
            <a:avLst/>
            <a:gdLst/>
            <a:ahLst/>
            <a:cxnLst/>
            <a:rect l="l" t="t" r="r" b="b"/>
            <a:pathLst>
              <a:path w="35560" h="9525">
                <a:moveTo>
                  <a:pt x="34974" y="9524"/>
                </a:moveTo>
                <a:lnTo>
                  <a:pt x="0" y="9524"/>
                </a:lnTo>
                <a:lnTo>
                  <a:pt x="0" y="0"/>
                </a:lnTo>
                <a:lnTo>
                  <a:pt x="34974" y="0"/>
                </a:lnTo>
                <a:lnTo>
                  <a:pt x="34974" y="952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3445172" y="9398000"/>
            <a:ext cx="67373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10" dirty="0">
                <a:solidFill>
                  <a:srgbClr val="4470C3"/>
                </a:solidFill>
                <a:latin typeface="Calibri"/>
                <a:cs typeface="Calibri"/>
              </a:rPr>
              <a:t>ABSTRACT</a:t>
            </a:r>
            <a:endParaRPr sz="12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39724" y="303529"/>
            <a:ext cx="6837045" cy="3035300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 marR="5080" algn="just">
              <a:lnSpc>
                <a:spcPct val="117200"/>
              </a:lnSpc>
              <a:spcBef>
                <a:spcPts val="60"/>
              </a:spcBef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b="1" spc="-20" dirty="0">
                <a:latin typeface="Times New Roman"/>
                <a:cs typeface="Times New Roman"/>
              </a:rPr>
              <a:t>Tomato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Food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Delivery</a:t>
            </a:r>
            <a:r>
              <a:rPr sz="1200" b="1" spc="-4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Website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web-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application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designed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simplify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ordering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food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online.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The </a:t>
            </a:r>
            <a:r>
              <a:rPr sz="1200" dirty="0">
                <a:latin typeface="Times New Roman"/>
                <a:cs typeface="Times New Roman"/>
              </a:rPr>
              <a:t>main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objective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provide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convenient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where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browse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restaurants, </a:t>
            </a:r>
            <a:r>
              <a:rPr sz="1200" dirty="0">
                <a:latin typeface="Times New Roman"/>
                <a:cs typeface="Times New Roman"/>
              </a:rPr>
              <a:t>view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food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items,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place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orders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quickly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efficiently.</a:t>
            </a:r>
            <a:endParaRPr sz="1200">
              <a:latin typeface="Times New Roman"/>
              <a:cs typeface="Times New Roman"/>
            </a:endParaRPr>
          </a:p>
          <a:p>
            <a:pPr marL="12700" marR="45720">
              <a:lnSpc>
                <a:spcPct val="116300"/>
              </a:lnSpc>
              <a:spcBef>
                <a:spcPts val="1175"/>
              </a:spcBef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allows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customers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create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accounts,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log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securely,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explore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different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food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categories,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add </a:t>
            </a:r>
            <a:r>
              <a:rPr sz="1200" dirty="0">
                <a:latin typeface="Times New Roman"/>
                <a:cs typeface="Times New Roman"/>
              </a:rPr>
              <a:t>items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cart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place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orders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through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easy-to-</a:t>
            </a:r>
            <a:r>
              <a:rPr sz="1200" dirty="0">
                <a:latin typeface="Times New Roman"/>
                <a:cs typeface="Times New Roman"/>
              </a:rPr>
              <a:t>use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interface.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also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provides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features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such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order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tracking, </a:t>
            </a:r>
            <a:r>
              <a:rPr sz="1200" dirty="0">
                <a:latin typeface="Times New Roman"/>
                <a:cs typeface="Times New Roman"/>
              </a:rPr>
              <a:t>order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history,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payment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options.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admin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side,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allows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administrators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manage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food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items, </a:t>
            </a:r>
            <a:r>
              <a:rPr sz="1200" dirty="0">
                <a:latin typeface="Times New Roman"/>
                <a:cs typeface="Times New Roman"/>
              </a:rPr>
              <a:t>update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menus,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monitor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orders,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track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sales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data.</a:t>
            </a:r>
            <a:endParaRPr sz="1200">
              <a:latin typeface="Times New Roman"/>
              <a:cs typeface="Times New Roman"/>
            </a:endParaRPr>
          </a:p>
          <a:p>
            <a:pPr marL="12700" marR="195580">
              <a:lnSpc>
                <a:spcPct val="117200"/>
              </a:lnSpc>
              <a:spcBef>
                <a:spcPts val="1240"/>
              </a:spcBef>
            </a:pP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project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modern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web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technologies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such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React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frontend,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Node.js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for</a:t>
            </a:r>
            <a:r>
              <a:rPr sz="1200" b="1" spc="-45" dirty="0">
                <a:latin typeface="Times New Roman"/>
                <a:cs typeface="Times New Roman"/>
              </a:rPr>
              <a:t> </a:t>
            </a:r>
            <a:r>
              <a:rPr sz="1200" b="1" spc="-25" dirty="0">
                <a:latin typeface="Times New Roman"/>
                <a:cs typeface="Times New Roman"/>
              </a:rPr>
              <a:t>the </a:t>
            </a:r>
            <a:r>
              <a:rPr sz="1200" b="1" dirty="0">
                <a:latin typeface="Times New Roman"/>
                <a:cs typeface="Times New Roman"/>
              </a:rPr>
              <a:t>backend</a:t>
            </a:r>
            <a:r>
              <a:rPr sz="1200" dirty="0">
                <a:latin typeface="Times New Roman"/>
                <a:cs typeface="Times New Roman"/>
              </a:rPr>
              <a:t>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database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store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information,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orders,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product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details.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website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designed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5" dirty="0">
                <a:latin typeface="Times New Roman"/>
                <a:cs typeface="Times New Roman"/>
              </a:rPr>
              <a:t> be </a:t>
            </a:r>
            <a:r>
              <a:rPr sz="1200" dirty="0">
                <a:latin typeface="Times New Roman"/>
                <a:cs typeface="Times New Roman"/>
              </a:rPr>
              <a:t>responsive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so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access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easily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from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desktops,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tablets,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mobile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devices.</a:t>
            </a:r>
            <a:endParaRPr sz="1200">
              <a:latin typeface="Times New Roman"/>
              <a:cs typeface="Times New Roman"/>
            </a:endParaRPr>
          </a:p>
          <a:p>
            <a:pPr marL="12700" marR="259715">
              <a:lnSpc>
                <a:spcPct val="114599"/>
              </a:lnSpc>
              <a:spcBef>
                <a:spcPts val="1200"/>
              </a:spcBef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6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Tomato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Food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Delivery</a:t>
            </a:r>
            <a:r>
              <a:rPr sz="1200" spc="-5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Website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improves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customer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convenience,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reduces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manual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order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processing,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provides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efficient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way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restaurants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manage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online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food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delivery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services.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39724" y="3863975"/>
            <a:ext cx="6878320" cy="380872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265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latin typeface="Times New Roman"/>
                <a:cs typeface="Times New Roman"/>
              </a:rPr>
              <a:t>1.</a:t>
            </a:r>
            <a:r>
              <a:rPr sz="1200" spc="150" dirty="0">
                <a:latin typeface="Times New Roman"/>
                <a:cs typeface="Times New Roman"/>
              </a:rPr>
              <a:t>  </a:t>
            </a:r>
            <a:r>
              <a:rPr sz="1200" b="1" spc="-10" dirty="0">
                <a:latin typeface="Times New Roman"/>
                <a:cs typeface="Times New Roman"/>
              </a:rPr>
              <a:t>Problem</a:t>
            </a:r>
            <a:r>
              <a:rPr sz="1200" b="1" spc="-3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Background</a:t>
            </a:r>
            <a:endParaRPr sz="1200">
              <a:latin typeface="Times New Roman"/>
              <a:cs typeface="Times New Roman"/>
            </a:endParaRPr>
          </a:p>
          <a:p>
            <a:pPr marL="12700" marR="5080">
              <a:lnSpc>
                <a:spcPct val="118100"/>
              </a:lnSpc>
              <a:spcBef>
                <a:spcPts val="1150"/>
              </a:spcBef>
            </a:pP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today’s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fast-</a:t>
            </a:r>
            <a:r>
              <a:rPr sz="1200" dirty="0">
                <a:latin typeface="Times New Roman"/>
                <a:cs typeface="Times New Roman"/>
              </a:rPr>
              <a:t>paced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lifestyle,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people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often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face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difficulties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finding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cook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visit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restaurants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order </a:t>
            </a:r>
            <a:r>
              <a:rPr sz="1200" dirty="0">
                <a:latin typeface="Times New Roman"/>
                <a:cs typeface="Times New Roman"/>
              </a:rPr>
              <a:t>food.</a:t>
            </a:r>
            <a:r>
              <a:rPr sz="1200" spc="-5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Traditional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food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ordering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methods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require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customers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physically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visit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restaurants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place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orders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through </a:t>
            </a:r>
            <a:r>
              <a:rPr sz="1200" dirty="0">
                <a:latin typeface="Times New Roman"/>
                <a:cs typeface="Times New Roman"/>
              </a:rPr>
              <a:t>phone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calls,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which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time-</a:t>
            </a:r>
            <a:r>
              <a:rPr sz="1200" dirty="0">
                <a:latin typeface="Times New Roman"/>
                <a:cs typeface="Times New Roman"/>
              </a:rPr>
              <a:t>consuming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inefficient.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These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methods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also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create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problems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such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-20" dirty="0">
                <a:latin typeface="Times New Roman"/>
                <a:cs typeface="Times New Roman"/>
              </a:rPr>
              <a:t> long </a:t>
            </a:r>
            <a:r>
              <a:rPr sz="1200" dirty="0">
                <a:latin typeface="Times New Roman"/>
                <a:cs typeface="Times New Roman"/>
              </a:rPr>
              <a:t>waiting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times,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order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mistakes,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lack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order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tracking.</a:t>
            </a:r>
            <a:endParaRPr sz="1200">
              <a:latin typeface="Times New Roman"/>
              <a:cs typeface="Times New Roman"/>
            </a:endParaRPr>
          </a:p>
          <a:p>
            <a:pPr marL="12700" marR="92710">
              <a:lnSpc>
                <a:spcPct val="117200"/>
              </a:lnSpc>
              <a:spcBef>
                <a:spcPts val="1160"/>
              </a:spcBef>
            </a:pPr>
            <a:r>
              <a:rPr sz="1200" dirty="0">
                <a:latin typeface="Times New Roman"/>
                <a:cs typeface="Times New Roman"/>
              </a:rPr>
              <a:t>Many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small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restaurants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still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rely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manual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manage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orders,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which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makes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difficult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keep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track</a:t>
            </a:r>
            <a:r>
              <a:rPr sz="1200" spc="-25" dirty="0">
                <a:latin typeface="Times New Roman"/>
                <a:cs typeface="Times New Roman"/>
              </a:rPr>
              <a:t> of </a:t>
            </a:r>
            <a:r>
              <a:rPr sz="1200" dirty="0">
                <a:latin typeface="Times New Roman"/>
                <a:cs typeface="Times New Roman"/>
              </a:rPr>
              <a:t>customer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requests,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delivery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status,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sales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records.</a:t>
            </a:r>
            <a:r>
              <a:rPr sz="1200" spc="-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manual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approach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lead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poor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customer </a:t>
            </a:r>
            <a:r>
              <a:rPr sz="1200" dirty="0">
                <a:latin typeface="Times New Roman"/>
                <a:cs typeface="Times New Roman"/>
              </a:rPr>
              <a:t>experience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operational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inefficiencies.</a:t>
            </a:r>
            <a:endParaRPr sz="1200">
              <a:latin typeface="Times New Roman"/>
              <a:cs typeface="Times New Roman"/>
            </a:endParaRPr>
          </a:p>
          <a:p>
            <a:pPr marL="12700" marR="108585">
              <a:lnSpc>
                <a:spcPct val="117200"/>
              </a:lnSpc>
              <a:spcBef>
                <a:spcPts val="1160"/>
              </a:spcBef>
            </a:pP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rapid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growth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internet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technology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smartphones,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online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food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delivery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have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become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 </a:t>
            </a:r>
            <a:r>
              <a:rPr sz="1200" dirty="0">
                <a:latin typeface="Times New Roman"/>
                <a:cs typeface="Times New Roman"/>
              </a:rPr>
              <a:t>effective</a:t>
            </a:r>
            <a:r>
              <a:rPr sz="1200" spc="-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solution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these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problems.</a:t>
            </a:r>
            <a:r>
              <a:rPr sz="1200" spc="-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7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web-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food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ordering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allows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customers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easily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browse </a:t>
            </a:r>
            <a:r>
              <a:rPr sz="1200" dirty="0">
                <a:latin typeface="Times New Roman"/>
                <a:cs typeface="Times New Roman"/>
              </a:rPr>
              <a:t>menus,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place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orders,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track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deliveries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from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anywhere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time.</a:t>
            </a:r>
            <a:endParaRPr sz="1200">
              <a:latin typeface="Times New Roman"/>
              <a:cs typeface="Times New Roman"/>
            </a:endParaRPr>
          </a:p>
          <a:p>
            <a:pPr marL="12700" marR="74930">
              <a:lnSpc>
                <a:spcPct val="118100"/>
              </a:lnSpc>
              <a:spcBef>
                <a:spcPts val="1150"/>
              </a:spcBef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b="1" spc="-20" dirty="0">
                <a:latin typeface="Times New Roman"/>
                <a:cs typeface="Times New Roman"/>
              </a:rPr>
              <a:t>Tomato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Food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Delivery</a:t>
            </a:r>
            <a:r>
              <a:rPr sz="1200" b="1" spc="-4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Website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address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these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issues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providing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centralized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platform </a:t>
            </a:r>
            <a:r>
              <a:rPr sz="1200" dirty="0">
                <a:latin typeface="Times New Roman"/>
                <a:cs typeface="Times New Roman"/>
              </a:rPr>
              <a:t>where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customers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order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food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online,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restaurants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efficiently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manage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their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orders.</a:t>
            </a:r>
            <a:r>
              <a:rPr sz="1200" spc="-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aims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to </a:t>
            </a:r>
            <a:r>
              <a:rPr sz="1200" dirty="0">
                <a:latin typeface="Times New Roman"/>
                <a:cs typeface="Times New Roman"/>
              </a:rPr>
              <a:t>reduce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manual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work,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improve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order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accuracy,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provide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convenient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user-</a:t>
            </a:r>
            <a:r>
              <a:rPr sz="1200" dirty="0">
                <a:latin typeface="Times New Roman"/>
                <a:cs typeface="Times New Roman"/>
              </a:rPr>
              <a:t>friendly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experience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both </a:t>
            </a:r>
            <a:r>
              <a:rPr sz="1200" dirty="0">
                <a:latin typeface="Times New Roman"/>
                <a:cs typeface="Times New Roman"/>
              </a:rPr>
              <a:t>customers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restaurant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administrators.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39724" y="8188325"/>
            <a:ext cx="6818630" cy="20085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16865" indent="-228600">
              <a:lnSpc>
                <a:spcPct val="100000"/>
              </a:lnSpc>
              <a:spcBef>
                <a:spcPts val="100"/>
              </a:spcBef>
              <a:buFont typeface="Times New Roman"/>
              <a:buAutoNum type="arabicPeriod"/>
              <a:tabLst>
                <a:tab pos="316865" algn="l"/>
              </a:tabLst>
            </a:pPr>
            <a:r>
              <a:rPr sz="1200" b="1" dirty="0">
                <a:latin typeface="Times New Roman"/>
                <a:cs typeface="Times New Roman"/>
              </a:rPr>
              <a:t>Objective</a:t>
            </a:r>
            <a:r>
              <a:rPr sz="1200" b="1" spc="-4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of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the</a:t>
            </a:r>
            <a:r>
              <a:rPr sz="1200" b="1" spc="-3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Project</a:t>
            </a:r>
            <a:endParaRPr sz="1200">
              <a:latin typeface="Times New Roman"/>
              <a:cs typeface="Times New Roman"/>
            </a:endParaRPr>
          </a:p>
          <a:p>
            <a:pPr marL="12700" marR="149860" algn="just">
              <a:lnSpc>
                <a:spcPct val="117200"/>
              </a:lnSpc>
              <a:spcBef>
                <a:spcPts val="1235"/>
              </a:spcBef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main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objective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b="1" spc="-20" dirty="0">
                <a:latin typeface="Times New Roman"/>
                <a:cs typeface="Times New Roman"/>
              </a:rPr>
              <a:t>Tomato </a:t>
            </a:r>
            <a:r>
              <a:rPr sz="1200" b="1" dirty="0">
                <a:latin typeface="Times New Roman"/>
                <a:cs typeface="Times New Roman"/>
              </a:rPr>
              <a:t>Food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Delivery</a:t>
            </a:r>
            <a:r>
              <a:rPr sz="1200" b="1" spc="-5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Website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efficient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user-</a:t>
            </a:r>
            <a:r>
              <a:rPr sz="1200" dirty="0">
                <a:latin typeface="Times New Roman"/>
                <a:cs typeface="Times New Roman"/>
              </a:rPr>
              <a:t>friendly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online </a:t>
            </a:r>
            <a:r>
              <a:rPr sz="1200" dirty="0">
                <a:latin typeface="Times New Roman"/>
                <a:cs typeface="Times New Roman"/>
              </a:rPr>
              <a:t>platform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allows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customers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order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food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easily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enables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restaurants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manage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orders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effectively.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The </a:t>
            </a:r>
            <a:r>
              <a:rPr sz="1200" dirty="0">
                <a:latin typeface="Times New Roman"/>
                <a:cs typeface="Times New Roman"/>
              </a:rPr>
              <a:t>project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aims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simplify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food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ordering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process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improve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overall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customer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experience.</a:t>
            </a:r>
            <a:endParaRPr sz="1200">
              <a:latin typeface="Times New Roman"/>
              <a:cs typeface="Times New Roman"/>
            </a:endParaRPr>
          </a:p>
          <a:p>
            <a:pPr marL="316865" marR="246379" lvl="1" indent="-228600">
              <a:lnSpc>
                <a:spcPct val="114599"/>
              </a:lnSpc>
              <a:spcBef>
                <a:spcPts val="1200"/>
              </a:spcBef>
              <a:buFont typeface="Times New Roman"/>
              <a:buAutoNum type="alphaLcPeriod"/>
              <a:tabLst>
                <a:tab pos="316865" algn="l"/>
              </a:tabLst>
            </a:pPr>
            <a:r>
              <a:rPr sz="1200" b="1" dirty="0">
                <a:latin typeface="Times New Roman"/>
                <a:cs typeface="Times New Roman"/>
              </a:rPr>
              <a:t>Provide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an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Online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Food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Ordering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Platform</a:t>
            </a:r>
            <a:r>
              <a:rPr sz="1200" spc="-10" dirty="0">
                <a:latin typeface="Times New Roman"/>
                <a:cs typeface="Times New Roman"/>
              </a:rPr>
              <a:t>To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web-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where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browse </a:t>
            </a:r>
            <a:r>
              <a:rPr sz="1200" dirty="0">
                <a:latin typeface="Times New Roman"/>
                <a:cs typeface="Times New Roman"/>
              </a:rPr>
              <a:t>food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items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place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orders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online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without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visiting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restaurant.</a:t>
            </a:r>
            <a:endParaRPr sz="1200">
              <a:latin typeface="Times New Roman"/>
              <a:cs typeface="Times New Roman"/>
            </a:endParaRPr>
          </a:p>
          <a:p>
            <a:pPr marL="316865" marR="5080" lvl="1" indent="-228600">
              <a:lnSpc>
                <a:spcPct val="114599"/>
              </a:lnSpc>
              <a:spcBef>
                <a:spcPts val="75"/>
              </a:spcBef>
              <a:buFont typeface="Times New Roman"/>
              <a:buAutoNum type="alphaLcPeriod"/>
              <a:tabLst>
                <a:tab pos="316865" algn="l"/>
              </a:tabLst>
            </a:pPr>
            <a:r>
              <a:rPr sz="1200" b="1" spc="-20" dirty="0">
                <a:latin typeface="Times New Roman"/>
                <a:cs typeface="Times New Roman"/>
              </a:rPr>
              <a:t>User-</a:t>
            </a:r>
            <a:r>
              <a:rPr sz="1200" b="1" dirty="0">
                <a:latin typeface="Times New Roman"/>
                <a:cs typeface="Times New Roman"/>
              </a:rPr>
              <a:t>Friendly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Interface</a:t>
            </a:r>
            <a:r>
              <a:rPr sz="1200" spc="-10" dirty="0">
                <a:latin typeface="Times New Roman"/>
                <a:cs typeface="Times New Roman"/>
              </a:rPr>
              <a:t>To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design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simple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interactive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interface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so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customers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easily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navigate </a:t>
            </a:r>
            <a:r>
              <a:rPr sz="1200" dirty="0">
                <a:latin typeface="Times New Roman"/>
                <a:cs typeface="Times New Roman"/>
              </a:rPr>
              <a:t>through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menus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select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food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items.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15925" y="303529"/>
            <a:ext cx="6735445" cy="2159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665" marR="57785" indent="-228600">
              <a:lnSpc>
                <a:spcPct val="114599"/>
              </a:lnSpc>
              <a:spcBef>
                <a:spcPts val="100"/>
              </a:spcBef>
              <a:buFont typeface="Times New Roman"/>
              <a:buAutoNum type="alphaLcPeriod" startAt="3"/>
              <a:tabLst>
                <a:tab pos="240665" algn="l"/>
              </a:tabLst>
            </a:pPr>
            <a:r>
              <a:rPr sz="1200" b="1" dirty="0">
                <a:latin typeface="Times New Roman"/>
                <a:cs typeface="Times New Roman"/>
              </a:rPr>
              <a:t>Efficient</a:t>
            </a:r>
            <a:r>
              <a:rPr sz="1200" b="1" spc="-3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Order</a:t>
            </a:r>
            <a:r>
              <a:rPr sz="1200" b="1" spc="-5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Management</a:t>
            </a:r>
            <a:r>
              <a:rPr sz="1200" spc="-10" dirty="0">
                <a:latin typeface="Times New Roman"/>
                <a:cs typeface="Times New Roman"/>
              </a:rPr>
              <a:t>To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allow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administrators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manage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food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items,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update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menus,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monitor </a:t>
            </a:r>
            <a:r>
              <a:rPr sz="1200" dirty="0">
                <a:latin typeface="Times New Roman"/>
                <a:cs typeface="Times New Roman"/>
              </a:rPr>
              <a:t>customer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orders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efficiently.</a:t>
            </a:r>
            <a:endParaRPr sz="1200">
              <a:latin typeface="Times New Roman"/>
              <a:cs typeface="Times New Roman"/>
            </a:endParaRPr>
          </a:p>
          <a:p>
            <a:pPr marL="240665" marR="304800" indent="-228600">
              <a:lnSpc>
                <a:spcPct val="114599"/>
              </a:lnSpc>
              <a:spcBef>
                <a:spcPts val="75"/>
              </a:spcBef>
              <a:buFont typeface="Times New Roman"/>
              <a:buAutoNum type="alphaLcPeriod" startAt="3"/>
              <a:tabLst>
                <a:tab pos="240665" algn="l"/>
              </a:tabLst>
            </a:pPr>
            <a:r>
              <a:rPr sz="1200" b="1" dirty="0">
                <a:latin typeface="Times New Roman"/>
                <a:cs typeface="Times New Roman"/>
              </a:rPr>
              <a:t>Cart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and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Payment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System</a:t>
            </a:r>
            <a:r>
              <a:rPr sz="1200" spc="-10" dirty="0">
                <a:latin typeface="Times New Roman"/>
                <a:cs typeface="Times New Roman"/>
              </a:rPr>
              <a:t>To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enable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multiple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items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cart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proceed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order </a:t>
            </a:r>
            <a:r>
              <a:rPr sz="1200" dirty="0">
                <a:latin typeface="Times New Roman"/>
                <a:cs typeface="Times New Roman"/>
              </a:rPr>
              <a:t>through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payment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checkout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system.</a:t>
            </a:r>
            <a:endParaRPr sz="1200">
              <a:latin typeface="Times New Roman"/>
              <a:cs typeface="Times New Roman"/>
            </a:endParaRPr>
          </a:p>
          <a:p>
            <a:pPr marL="240665" marR="334010" indent="-228600">
              <a:lnSpc>
                <a:spcPct val="114599"/>
              </a:lnSpc>
              <a:spcBef>
                <a:spcPts val="75"/>
              </a:spcBef>
              <a:buFont typeface="Times New Roman"/>
              <a:buAutoNum type="alphaLcPeriod" startAt="3"/>
              <a:tabLst>
                <a:tab pos="240665" algn="l"/>
              </a:tabLst>
            </a:pPr>
            <a:r>
              <a:rPr sz="1200" b="1" spc="-10" dirty="0">
                <a:latin typeface="Times New Roman"/>
                <a:cs typeface="Times New Roman"/>
              </a:rPr>
              <a:t>Order</a:t>
            </a:r>
            <a:r>
              <a:rPr sz="1200" b="1" spc="-6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Tracking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and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History</a:t>
            </a:r>
            <a:r>
              <a:rPr sz="1200" spc="-10" dirty="0">
                <a:latin typeface="Times New Roman"/>
                <a:cs typeface="Times New Roman"/>
              </a:rPr>
              <a:t>To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provide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customers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order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tracking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allow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them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view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their </a:t>
            </a:r>
            <a:r>
              <a:rPr sz="1200" dirty="0">
                <a:latin typeface="Times New Roman"/>
                <a:cs typeface="Times New Roman"/>
              </a:rPr>
              <a:t>previous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order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history.</a:t>
            </a:r>
            <a:endParaRPr sz="1200">
              <a:latin typeface="Times New Roman"/>
              <a:cs typeface="Times New Roman"/>
            </a:endParaRPr>
          </a:p>
          <a:p>
            <a:pPr marL="240665" marR="5080" indent="-228600">
              <a:lnSpc>
                <a:spcPts val="1730"/>
              </a:lnSpc>
              <a:spcBef>
                <a:spcPts val="25"/>
              </a:spcBef>
              <a:buFont typeface="Times New Roman"/>
              <a:buAutoNum type="alphaLcPeriod" startAt="3"/>
              <a:tabLst>
                <a:tab pos="240665" algn="l"/>
              </a:tabLst>
            </a:pPr>
            <a:r>
              <a:rPr sz="1200" b="1" dirty="0">
                <a:latin typeface="Times New Roman"/>
                <a:cs typeface="Times New Roman"/>
              </a:rPr>
              <a:t>Responsive</a:t>
            </a:r>
            <a:r>
              <a:rPr sz="1200" b="1" spc="-5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Web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Design</a:t>
            </a:r>
            <a:r>
              <a:rPr sz="1200" spc="-10" dirty="0">
                <a:latin typeface="Times New Roman"/>
                <a:cs typeface="Times New Roman"/>
              </a:rPr>
              <a:t>To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website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works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smoothly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different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devices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such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desktops, </a:t>
            </a:r>
            <a:r>
              <a:rPr sz="1200" dirty="0">
                <a:latin typeface="Times New Roman"/>
                <a:cs typeface="Times New Roman"/>
              </a:rPr>
              <a:t>tablets,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smartphones.</a:t>
            </a:r>
            <a:endParaRPr sz="1200">
              <a:latin typeface="Times New Roman"/>
              <a:cs typeface="Times New Roman"/>
            </a:endParaRPr>
          </a:p>
          <a:p>
            <a:pPr marL="241300" indent="-228600">
              <a:lnSpc>
                <a:spcPct val="100000"/>
              </a:lnSpc>
              <a:spcBef>
                <a:spcPts val="100"/>
              </a:spcBef>
              <a:buFont typeface="Times New Roman"/>
              <a:buAutoNum type="alphaLcPeriod" startAt="3"/>
              <a:tabLst>
                <a:tab pos="241300" algn="l"/>
              </a:tabLst>
            </a:pPr>
            <a:r>
              <a:rPr sz="1200" b="1" dirty="0">
                <a:latin typeface="Times New Roman"/>
                <a:cs typeface="Times New Roman"/>
              </a:rPr>
              <a:t>Improve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Restaurant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Efficiency</a:t>
            </a:r>
            <a:r>
              <a:rPr sz="1200" spc="-10" dirty="0">
                <a:latin typeface="Times New Roman"/>
                <a:cs typeface="Times New Roman"/>
              </a:rPr>
              <a:t>To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help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restaurants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manage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their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orders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digitally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reduce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manual</a:t>
            </a:r>
            <a:endParaRPr sz="1200">
              <a:latin typeface="Times New Roman"/>
              <a:cs typeface="Times New Roman"/>
            </a:endParaRPr>
          </a:p>
          <a:p>
            <a:pPr marL="240665">
              <a:lnSpc>
                <a:spcPct val="100000"/>
              </a:lnSpc>
              <a:spcBef>
                <a:spcPts val="284"/>
              </a:spcBef>
            </a:pPr>
            <a:r>
              <a:rPr sz="1200" spc="-10" dirty="0">
                <a:latin typeface="Times New Roman"/>
                <a:cs typeface="Times New Roman"/>
              </a:rPr>
              <a:t>errors.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39724" y="3349625"/>
            <a:ext cx="6704965" cy="1579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265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latin typeface="Times New Roman"/>
                <a:cs typeface="Times New Roman"/>
              </a:rPr>
              <a:t>1.</a:t>
            </a:r>
            <a:r>
              <a:rPr sz="1200" spc="140" dirty="0">
                <a:latin typeface="Times New Roman"/>
                <a:cs typeface="Times New Roman"/>
              </a:rPr>
              <a:t>  </a:t>
            </a:r>
            <a:r>
              <a:rPr sz="1200" b="1" dirty="0">
                <a:latin typeface="Times New Roman"/>
                <a:cs typeface="Times New Roman"/>
              </a:rPr>
              <a:t>Proposed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Solution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/</a:t>
            </a:r>
            <a:r>
              <a:rPr sz="1200" b="1" spc="-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System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Overview</a:t>
            </a:r>
            <a:endParaRPr sz="1200">
              <a:latin typeface="Times New Roman"/>
              <a:cs typeface="Times New Roman"/>
            </a:endParaRPr>
          </a:p>
          <a:p>
            <a:pPr marL="12700" marR="5080">
              <a:lnSpc>
                <a:spcPct val="116300"/>
              </a:lnSpc>
              <a:spcBef>
                <a:spcPts val="1175"/>
              </a:spcBef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proposed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solution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development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b="1" spc="-20" dirty="0">
                <a:latin typeface="Times New Roman"/>
                <a:cs typeface="Times New Roman"/>
              </a:rPr>
              <a:t>Tomato </a:t>
            </a:r>
            <a:r>
              <a:rPr sz="1200" b="1" dirty="0">
                <a:latin typeface="Times New Roman"/>
                <a:cs typeface="Times New Roman"/>
              </a:rPr>
              <a:t>Food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Delivery</a:t>
            </a:r>
            <a:r>
              <a:rPr sz="1200" b="1" spc="-4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Website</a:t>
            </a:r>
            <a:r>
              <a:rPr sz="1200" spc="-10" dirty="0">
                <a:latin typeface="Times New Roman"/>
                <a:cs typeface="Times New Roman"/>
              </a:rPr>
              <a:t>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web-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application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that </a:t>
            </a:r>
            <a:r>
              <a:rPr sz="1200" dirty="0">
                <a:latin typeface="Times New Roman"/>
                <a:cs typeface="Times New Roman"/>
              </a:rPr>
              <a:t>allows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order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food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online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simple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efficient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way.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provides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digital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where </a:t>
            </a:r>
            <a:r>
              <a:rPr sz="1200" dirty="0">
                <a:latin typeface="Times New Roman"/>
                <a:cs typeface="Times New Roman"/>
              </a:rPr>
              <a:t>customers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browse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food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menus,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select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items,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place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orders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from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different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restaurants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without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visiting </a:t>
            </a:r>
            <a:r>
              <a:rPr sz="1200" dirty="0">
                <a:latin typeface="Times New Roman"/>
                <a:cs typeface="Times New Roman"/>
              </a:rPr>
              <a:t>them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physically.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0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website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consists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two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main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modules: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User</a:t>
            </a:r>
            <a:r>
              <a:rPr sz="1200" b="1" spc="-4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Module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Admin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Module</a:t>
            </a:r>
            <a:r>
              <a:rPr sz="1200" spc="-10" dirty="0">
                <a:latin typeface="Times New Roman"/>
                <a:cs typeface="Times New Roman"/>
              </a:rPr>
              <a:t>.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39724" y="5454649"/>
            <a:ext cx="6678295" cy="23704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265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243F60"/>
                </a:solidFill>
                <a:latin typeface="Cambria"/>
                <a:cs typeface="Cambria"/>
              </a:rPr>
              <a:t>a.</a:t>
            </a:r>
            <a:r>
              <a:rPr sz="1200" spc="210" dirty="0">
                <a:solidFill>
                  <a:srgbClr val="243F60"/>
                </a:solidFill>
                <a:latin typeface="Cambria"/>
                <a:cs typeface="Cambria"/>
              </a:rPr>
              <a:t>  </a:t>
            </a:r>
            <a:r>
              <a:rPr sz="1200" dirty="0">
                <a:solidFill>
                  <a:srgbClr val="243F60"/>
                </a:solidFill>
                <a:latin typeface="Cambria"/>
                <a:cs typeface="Cambria"/>
              </a:rPr>
              <a:t>User </a:t>
            </a:r>
            <a:r>
              <a:rPr sz="1200" spc="-10" dirty="0">
                <a:solidFill>
                  <a:srgbClr val="243F60"/>
                </a:solidFill>
                <a:latin typeface="Cambria"/>
                <a:cs typeface="Cambria"/>
              </a:rPr>
              <a:t>Module</a:t>
            </a:r>
            <a:endParaRPr sz="1200">
              <a:latin typeface="Cambria"/>
              <a:cs typeface="Cambria"/>
            </a:endParaRPr>
          </a:p>
          <a:p>
            <a:pPr marL="12700" marR="5080">
              <a:lnSpc>
                <a:spcPct val="116300"/>
              </a:lnSpc>
              <a:spcBef>
                <a:spcPts val="1175"/>
              </a:spcBef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module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allows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customers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interact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system.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create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account,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log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securely, </a:t>
            </a:r>
            <a:r>
              <a:rPr sz="1200" dirty="0">
                <a:latin typeface="Times New Roman"/>
                <a:cs typeface="Times New Roman"/>
              </a:rPr>
              <a:t>browse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available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food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items,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selected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items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their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cart.</a:t>
            </a:r>
            <a:r>
              <a:rPr sz="1200" spc="-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After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selecting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desired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food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items,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users </a:t>
            </a:r>
            <a:r>
              <a:rPr sz="1200" dirty="0">
                <a:latin typeface="Times New Roman"/>
                <a:cs typeface="Times New Roman"/>
              </a:rPr>
              <a:t>can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place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order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view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their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order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history.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also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provides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responsive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interface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so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users </a:t>
            </a:r>
            <a:r>
              <a:rPr sz="1200" dirty="0">
                <a:latin typeface="Times New Roman"/>
                <a:cs typeface="Times New Roman"/>
              </a:rPr>
              <a:t>can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access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website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through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mobile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phones,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tablets,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computers.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05"/>
              </a:spcBef>
            </a:pPr>
            <a:endParaRPr sz="1200">
              <a:latin typeface="Times New Roman"/>
              <a:cs typeface="Times New Roman"/>
            </a:endParaRPr>
          </a:p>
          <a:p>
            <a:pPr marL="88265">
              <a:lnSpc>
                <a:spcPct val="100000"/>
              </a:lnSpc>
            </a:pPr>
            <a:r>
              <a:rPr sz="1200" dirty="0">
                <a:solidFill>
                  <a:srgbClr val="243F60"/>
                </a:solidFill>
                <a:latin typeface="Cambria"/>
                <a:cs typeface="Cambria"/>
              </a:rPr>
              <a:t>a.</a:t>
            </a:r>
            <a:r>
              <a:rPr sz="1200" spc="195" dirty="0">
                <a:solidFill>
                  <a:srgbClr val="243F60"/>
                </a:solidFill>
                <a:latin typeface="Cambria"/>
                <a:cs typeface="Cambria"/>
              </a:rPr>
              <a:t>  </a:t>
            </a:r>
            <a:r>
              <a:rPr sz="1200" dirty="0">
                <a:solidFill>
                  <a:srgbClr val="243F60"/>
                </a:solidFill>
                <a:latin typeface="Cambria"/>
                <a:cs typeface="Cambria"/>
              </a:rPr>
              <a:t>Admin</a:t>
            </a:r>
            <a:r>
              <a:rPr sz="1200" spc="-15" dirty="0">
                <a:solidFill>
                  <a:srgbClr val="243F60"/>
                </a:solidFill>
                <a:latin typeface="Cambria"/>
                <a:cs typeface="Cambria"/>
              </a:rPr>
              <a:t> </a:t>
            </a:r>
            <a:r>
              <a:rPr sz="1200" spc="-10" dirty="0">
                <a:solidFill>
                  <a:srgbClr val="243F60"/>
                </a:solidFill>
                <a:latin typeface="Cambria"/>
                <a:cs typeface="Cambria"/>
              </a:rPr>
              <a:t>Module</a:t>
            </a:r>
            <a:endParaRPr sz="1200">
              <a:latin typeface="Cambria"/>
              <a:cs typeface="Cambria"/>
            </a:endParaRPr>
          </a:p>
          <a:p>
            <a:pPr marL="12700" marR="116839">
              <a:lnSpc>
                <a:spcPct val="117200"/>
              </a:lnSpc>
              <a:spcBef>
                <a:spcPts val="1160"/>
              </a:spcBef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admin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module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designed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managing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system.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administrator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new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food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items,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update </a:t>
            </a:r>
            <a:r>
              <a:rPr sz="1200" dirty="0">
                <a:latin typeface="Times New Roman"/>
                <a:cs typeface="Times New Roman"/>
              </a:rPr>
              <a:t>menus,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manage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orders,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monitor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sales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data.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admin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also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track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customer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orders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that </a:t>
            </a:r>
            <a:r>
              <a:rPr sz="1200" dirty="0">
                <a:latin typeface="Times New Roman"/>
                <a:cs typeface="Times New Roman"/>
              </a:rPr>
              <a:t>deliveries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processed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efficiently.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39724" y="8350250"/>
            <a:ext cx="6802755" cy="17894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265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243F60"/>
                </a:solidFill>
                <a:latin typeface="Cambria"/>
                <a:cs typeface="Cambria"/>
              </a:rPr>
              <a:t>a.</a:t>
            </a:r>
            <a:r>
              <a:rPr sz="1200" spc="204" dirty="0">
                <a:solidFill>
                  <a:srgbClr val="243F60"/>
                </a:solidFill>
                <a:latin typeface="Cambria"/>
                <a:cs typeface="Cambria"/>
              </a:rPr>
              <a:t>  </a:t>
            </a:r>
            <a:r>
              <a:rPr sz="1200" spc="-10" dirty="0">
                <a:solidFill>
                  <a:srgbClr val="243F60"/>
                </a:solidFill>
                <a:latin typeface="Cambria"/>
                <a:cs typeface="Cambria"/>
              </a:rPr>
              <a:t>System</a:t>
            </a:r>
            <a:r>
              <a:rPr sz="1200" spc="5" dirty="0">
                <a:solidFill>
                  <a:srgbClr val="243F60"/>
                </a:solidFill>
                <a:latin typeface="Cambria"/>
                <a:cs typeface="Cambria"/>
              </a:rPr>
              <a:t> </a:t>
            </a:r>
            <a:r>
              <a:rPr sz="1200" spc="-10" dirty="0">
                <a:solidFill>
                  <a:srgbClr val="243F60"/>
                </a:solidFill>
                <a:latin typeface="Cambria"/>
                <a:cs typeface="Cambria"/>
              </a:rPr>
              <a:t>Benefits</a:t>
            </a:r>
            <a:endParaRPr sz="1200">
              <a:latin typeface="Cambria"/>
              <a:cs typeface="Cambria"/>
            </a:endParaRPr>
          </a:p>
          <a:p>
            <a:pPr marL="12700" marR="5080">
              <a:lnSpc>
                <a:spcPct val="117200"/>
              </a:lnSpc>
              <a:spcBef>
                <a:spcPts val="1160"/>
              </a:spcBef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proposed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helps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reducing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manual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work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improving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overall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efficiency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food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ordering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delivery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services.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provides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fast,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reliable,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convenient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way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customers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order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food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while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allowing </a:t>
            </a:r>
            <a:r>
              <a:rPr sz="1200" dirty="0">
                <a:latin typeface="Times New Roman"/>
                <a:cs typeface="Times New Roman"/>
              </a:rPr>
              <a:t>restaurants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manage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their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operations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digitally.</a:t>
            </a:r>
            <a:endParaRPr sz="1200">
              <a:latin typeface="Times New Roman"/>
              <a:cs typeface="Times New Roman"/>
            </a:endParaRPr>
          </a:p>
          <a:p>
            <a:pPr marL="12700" marR="206375">
              <a:lnSpc>
                <a:spcPct val="117200"/>
              </a:lnSpc>
              <a:spcBef>
                <a:spcPts val="1165"/>
              </a:spcBef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built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modern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web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technologies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such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React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for</a:t>
            </a:r>
            <a:r>
              <a:rPr sz="1200" b="1" spc="-4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the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frontend,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Node.js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for</a:t>
            </a:r>
            <a:r>
              <a:rPr sz="1200" b="1" spc="-4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backend </a:t>
            </a:r>
            <a:r>
              <a:rPr sz="1200" b="1" dirty="0">
                <a:latin typeface="Times New Roman"/>
                <a:cs typeface="Times New Roman"/>
              </a:rPr>
              <a:t>services,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and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database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system</a:t>
            </a:r>
            <a:r>
              <a:rPr sz="1200" b="1" spc="-1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to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store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spc="-20" dirty="0">
                <a:latin typeface="Times New Roman"/>
                <a:cs typeface="Times New Roman"/>
              </a:rPr>
              <a:t>user,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spc="-20" dirty="0">
                <a:latin typeface="Times New Roman"/>
                <a:cs typeface="Times New Roman"/>
              </a:rPr>
              <a:t>order,</a:t>
            </a:r>
            <a:r>
              <a:rPr sz="1200" b="1" spc="-1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and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product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information</a:t>
            </a:r>
            <a:r>
              <a:rPr sz="1200" spc="-10" dirty="0">
                <a:latin typeface="Times New Roman"/>
                <a:cs typeface="Times New Roman"/>
              </a:rPr>
              <a:t>.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architecture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ensures scalability,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security,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better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performance.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39724" y="692150"/>
            <a:ext cx="6877684" cy="73996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16865" indent="-228600">
              <a:lnSpc>
                <a:spcPct val="100000"/>
              </a:lnSpc>
              <a:spcBef>
                <a:spcPts val="100"/>
              </a:spcBef>
              <a:buFont typeface="Times New Roman"/>
              <a:buAutoNum type="arabicPeriod"/>
              <a:tabLst>
                <a:tab pos="316865" algn="l"/>
              </a:tabLst>
            </a:pPr>
            <a:r>
              <a:rPr sz="1200" b="1" dirty="0">
                <a:latin typeface="Times New Roman"/>
                <a:cs typeface="Times New Roman"/>
              </a:rPr>
              <a:t>Key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Features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or</a:t>
            </a:r>
            <a:r>
              <a:rPr sz="1200" b="1" spc="-4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Functionality</a:t>
            </a:r>
            <a:endParaRPr sz="1200">
              <a:latin typeface="Times New Roman"/>
              <a:cs typeface="Times New Roman"/>
            </a:endParaRPr>
          </a:p>
          <a:p>
            <a:pPr marL="12700" marR="323850">
              <a:lnSpc>
                <a:spcPct val="117200"/>
              </a:lnSpc>
              <a:spcBef>
                <a:spcPts val="1235"/>
              </a:spcBef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b="1" spc="-20" dirty="0">
                <a:latin typeface="Times New Roman"/>
                <a:cs typeface="Times New Roman"/>
              </a:rPr>
              <a:t>Tomato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Food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Delivery</a:t>
            </a:r>
            <a:r>
              <a:rPr sz="1200" b="1" spc="-5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Website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includes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several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key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features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make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efficient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user-friendly.</a:t>
            </a:r>
            <a:r>
              <a:rPr sz="1200" spc="-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These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features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help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customers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easily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order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food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allow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administrators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manage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platform effectively.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05"/>
              </a:spcBef>
            </a:pPr>
            <a:endParaRPr sz="1200">
              <a:latin typeface="Times New Roman"/>
              <a:cs typeface="Times New Roman"/>
            </a:endParaRPr>
          </a:p>
          <a:p>
            <a:pPr marL="350520" lvl="1" indent="-262255">
              <a:lnSpc>
                <a:spcPct val="100000"/>
              </a:lnSpc>
              <a:buAutoNum type="alphaLcPeriod"/>
              <a:tabLst>
                <a:tab pos="350520" algn="l"/>
              </a:tabLst>
            </a:pPr>
            <a:r>
              <a:rPr sz="1200" dirty="0">
                <a:solidFill>
                  <a:srgbClr val="243F60"/>
                </a:solidFill>
                <a:latin typeface="Cambria"/>
                <a:cs typeface="Cambria"/>
              </a:rPr>
              <a:t>User</a:t>
            </a:r>
            <a:r>
              <a:rPr sz="1200" spc="5" dirty="0">
                <a:solidFill>
                  <a:srgbClr val="243F60"/>
                </a:solidFill>
                <a:latin typeface="Cambria"/>
                <a:cs typeface="Cambria"/>
              </a:rPr>
              <a:t> </a:t>
            </a:r>
            <a:r>
              <a:rPr sz="1200" spc="-10" dirty="0">
                <a:solidFill>
                  <a:srgbClr val="243F60"/>
                </a:solidFill>
                <a:latin typeface="Cambria"/>
                <a:cs typeface="Cambria"/>
              </a:rPr>
              <a:t>Registration</a:t>
            </a:r>
            <a:r>
              <a:rPr sz="1200" spc="5" dirty="0">
                <a:solidFill>
                  <a:srgbClr val="243F60"/>
                </a:solidFill>
                <a:latin typeface="Cambria"/>
                <a:cs typeface="Cambria"/>
              </a:rPr>
              <a:t> </a:t>
            </a:r>
            <a:r>
              <a:rPr sz="1200" dirty="0">
                <a:solidFill>
                  <a:srgbClr val="243F60"/>
                </a:solidFill>
                <a:latin typeface="Cambria"/>
                <a:cs typeface="Cambria"/>
              </a:rPr>
              <a:t>and</a:t>
            </a:r>
            <a:r>
              <a:rPr sz="1200" spc="5" dirty="0">
                <a:solidFill>
                  <a:srgbClr val="243F60"/>
                </a:solidFill>
                <a:latin typeface="Cambria"/>
                <a:cs typeface="Cambria"/>
              </a:rPr>
              <a:t> </a:t>
            </a:r>
            <a:r>
              <a:rPr sz="1200" spc="-10" dirty="0">
                <a:solidFill>
                  <a:srgbClr val="243F60"/>
                </a:solidFill>
                <a:latin typeface="Cambria"/>
                <a:cs typeface="Cambria"/>
              </a:rPr>
              <a:t>Login</a:t>
            </a:r>
            <a:endParaRPr sz="1200">
              <a:latin typeface="Cambria"/>
              <a:cs typeface="Cambria"/>
            </a:endParaRPr>
          </a:p>
          <a:p>
            <a:pPr marL="12700" marR="5080">
              <a:lnSpc>
                <a:spcPct val="119800"/>
              </a:lnSpc>
              <a:spcBef>
                <a:spcPts val="1050"/>
              </a:spcBef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allows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new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create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account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providing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basic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details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such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name,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email,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password. </a:t>
            </a:r>
            <a:r>
              <a:rPr sz="1200" dirty="0">
                <a:latin typeface="Times New Roman"/>
                <a:cs typeface="Times New Roman"/>
              </a:rPr>
              <a:t>Registered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securely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log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access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website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place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food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orders.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05"/>
              </a:spcBef>
            </a:pPr>
            <a:endParaRPr sz="1200">
              <a:latin typeface="Times New Roman"/>
              <a:cs typeface="Times New Roman"/>
            </a:endParaRPr>
          </a:p>
          <a:p>
            <a:pPr marL="350520" indent="-262255">
              <a:lnSpc>
                <a:spcPct val="100000"/>
              </a:lnSpc>
              <a:buAutoNum type="alphaLcPeriod"/>
              <a:tabLst>
                <a:tab pos="350520" algn="l"/>
              </a:tabLst>
            </a:pPr>
            <a:r>
              <a:rPr sz="1200" dirty="0">
                <a:solidFill>
                  <a:srgbClr val="243F60"/>
                </a:solidFill>
                <a:latin typeface="Cambria"/>
                <a:cs typeface="Cambria"/>
              </a:rPr>
              <a:t>Food</a:t>
            </a:r>
            <a:r>
              <a:rPr sz="1200" spc="-45" dirty="0">
                <a:solidFill>
                  <a:srgbClr val="243F60"/>
                </a:solidFill>
                <a:latin typeface="Cambria"/>
                <a:cs typeface="Cambria"/>
              </a:rPr>
              <a:t> </a:t>
            </a:r>
            <a:r>
              <a:rPr sz="1200" dirty="0">
                <a:solidFill>
                  <a:srgbClr val="243F60"/>
                </a:solidFill>
                <a:latin typeface="Cambria"/>
                <a:cs typeface="Cambria"/>
              </a:rPr>
              <a:t>Menu</a:t>
            </a:r>
            <a:r>
              <a:rPr sz="1200" spc="-45" dirty="0">
                <a:solidFill>
                  <a:srgbClr val="243F60"/>
                </a:solidFill>
                <a:latin typeface="Cambria"/>
                <a:cs typeface="Cambria"/>
              </a:rPr>
              <a:t> </a:t>
            </a:r>
            <a:r>
              <a:rPr sz="1200" spc="-10" dirty="0">
                <a:solidFill>
                  <a:srgbClr val="243F60"/>
                </a:solidFill>
                <a:latin typeface="Cambria"/>
                <a:cs typeface="Cambria"/>
              </a:rPr>
              <a:t>Browsing</a:t>
            </a:r>
            <a:endParaRPr sz="1200">
              <a:latin typeface="Cambria"/>
              <a:cs typeface="Cambria"/>
            </a:endParaRPr>
          </a:p>
          <a:p>
            <a:pPr marL="12700" marR="20320">
              <a:lnSpc>
                <a:spcPct val="114599"/>
              </a:lnSpc>
              <a:spcBef>
                <a:spcPts val="1200"/>
              </a:spcBef>
            </a:pPr>
            <a:r>
              <a:rPr sz="1200" dirty="0">
                <a:latin typeface="Times New Roman"/>
                <a:cs typeface="Times New Roman"/>
              </a:rPr>
              <a:t>Users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browse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different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food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categories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view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available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food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items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details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such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description,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images.</a:t>
            </a:r>
            <a:r>
              <a:rPr sz="1200" spc="2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feature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helps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customers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order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food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easily.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05"/>
              </a:spcBef>
            </a:pPr>
            <a:endParaRPr sz="1200">
              <a:latin typeface="Times New Roman"/>
              <a:cs typeface="Times New Roman"/>
            </a:endParaRPr>
          </a:p>
          <a:p>
            <a:pPr marL="350520" indent="-262255">
              <a:lnSpc>
                <a:spcPct val="100000"/>
              </a:lnSpc>
              <a:buAutoNum type="alphaLcPeriod"/>
              <a:tabLst>
                <a:tab pos="350520" algn="l"/>
              </a:tabLst>
            </a:pPr>
            <a:r>
              <a:rPr sz="1200" dirty="0">
                <a:solidFill>
                  <a:srgbClr val="243F60"/>
                </a:solidFill>
                <a:latin typeface="Cambria"/>
                <a:cs typeface="Cambria"/>
              </a:rPr>
              <a:t>Add</a:t>
            </a:r>
            <a:r>
              <a:rPr sz="1200" spc="-20" dirty="0">
                <a:solidFill>
                  <a:srgbClr val="243F60"/>
                </a:solidFill>
                <a:latin typeface="Cambria"/>
                <a:cs typeface="Cambria"/>
              </a:rPr>
              <a:t> </a:t>
            </a:r>
            <a:r>
              <a:rPr sz="1200" dirty="0">
                <a:solidFill>
                  <a:srgbClr val="243F60"/>
                </a:solidFill>
                <a:latin typeface="Cambria"/>
                <a:cs typeface="Cambria"/>
              </a:rPr>
              <a:t>to</a:t>
            </a:r>
            <a:r>
              <a:rPr sz="1200" spc="-15" dirty="0">
                <a:solidFill>
                  <a:srgbClr val="243F60"/>
                </a:solidFill>
                <a:latin typeface="Cambria"/>
                <a:cs typeface="Cambria"/>
              </a:rPr>
              <a:t> </a:t>
            </a:r>
            <a:r>
              <a:rPr sz="1200" spc="-20" dirty="0">
                <a:solidFill>
                  <a:srgbClr val="243F60"/>
                </a:solidFill>
                <a:latin typeface="Cambria"/>
                <a:cs typeface="Cambria"/>
              </a:rPr>
              <a:t>Cart</a:t>
            </a:r>
            <a:endParaRPr sz="1200">
              <a:latin typeface="Cambria"/>
              <a:cs typeface="Cambria"/>
            </a:endParaRPr>
          </a:p>
          <a:p>
            <a:pPr marL="12700" marR="127000">
              <a:lnSpc>
                <a:spcPct val="114599"/>
              </a:lnSpc>
              <a:spcBef>
                <a:spcPts val="1200"/>
              </a:spcBef>
            </a:pPr>
            <a:r>
              <a:rPr sz="1200" dirty="0">
                <a:latin typeface="Times New Roman"/>
                <a:cs typeface="Times New Roman"/>
              </a:rPr>
              <a:t>Customers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selected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food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items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shopping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cart.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cart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displays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list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selected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items,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quantity,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total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before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placing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order.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05"/>
              </a:spcBef>
            </a:pPr>
            <a:endParaRPr sz="1200">
              <a:latin typeface="Times New Roman"/>
              <a:cs typeface="Times New Roman"/>
            </a:endParaRPr>
          </a:p>
          <a:p>
            <a:pPr marL="350520" indent="-262255">
              <a:lnSpc>
                <a:spcPct val="100000"/>
              </a:lnSpc>
              <a:buAutoNum type="alphaLcPeriod"/>
              <a:tabLst>
                <a:tab pos="350520" algn="l"/>
              </a:tabLst>
            </a:pPr>
            <a:r>
              <a:rPr sz="1200" dirty="0">
                <a:solidFill>
                  <a:srgbClr val="243F60"/>
                </a:solidFill>
                <a:latin typeface="Cambria"/>
                <a:cs typeface="Cambria"/>
              </a:rPr>
              <a:t>Order</a:t>
            </a:r>
            <a:r>
              <a:rPr sz="1200" spc="-55" dirty="0">
                <a:solidFill>
                  <a:srgbClr val="243F60"/>
                </a:solidFill>
                <a:latin typeface="Cambria"/>
                <a:cs typeface="Cambria"/>
              </a:rPr>
              <a:t> </a:t>
            </a:r>
            <a:r>
              <a:rPr sz="1200" spc="-10" dirty="0">
                <a:solidFill>
                  <a:srgbClr val="243F60"/>
                </a:solidFill>
                <a:latin typeface="Cambria"/>
                <a:cs typeface="Cambria"/>
              </a:rPr>
              <a:t>Placement</a:t>
            </a:r>
            <a:endParaRPr sz="1200">
              <a:latin typeface="Cambria"/>
              <a:cs typeface="Cambria"/>
            </a:endParaRPr>
          </a:p>
          <a:p>
            <a:pPr marL="12700" marR="12065">
              <a:lnSpc>
                <a:spcPct val="114599"/>
              </a:lnSpc>
              <a:spcBef>
                <a:spcPts val="1200"/>
              </a:spcBef>
            </a:pPr>
            <a:r>
              <a:rPr sz="1200" dirty="0">
                <a:latin typeface="Times New Roman"/>
                <a:cs typeface="Times New Roman"/>
              </a:rPr>
              <a:t>After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selecting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food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items,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place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their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order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confirming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cart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details.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stores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order </a:t>
            </a:r>
            <a:r>
              <a:rPr sz="1200" dirty="0">
                <a:latin typeface="Times New Roman"/>
                <a:cs typeface="Times New Roman"/>
              </a:rPr>
              <a:t>information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database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processing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delivery.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80"/>
              </a:spcBef>
            </a:pPr>
            <a:endParaRPr sz="1200">
              <a:latin typeface="Times New Roman"/>
              <a:cs typeface="Times New Roman"/>
            </a:endParaRPr>
          </a:p>
          <a:p>
            <a:pPr marL="315595" indent="-227329">
              <a:lnSpc>
                <a:spcPct val="100000"/>
              </a:lnSpc>
              <a:buAutoNum type="alphaLcPeriod"/>
              <a:tabLst>
                <a:tab pos="315595" algn="l"/>
              </a:tabLst>
            </a:pPr>
            <a:r>
              <a:rPr sz="1200" dirty="0">
                <a:solidFill>
                  <a:srgbClr val="243F60"/>
                </a:solidFill>
                <a:latin typeface="Cambria"/>
                <a:cs typeface="Cambria"/>
              </a:rPr>
              <a:t>Order</a:t>
            </a:r>
            <a:r>
              <a:rPr sz="1200" spc="-55" dirty="0">
                <a:solidFill>
                  <a:srgbClr val="243F60"/>
                </a:solidFill>
                <a:latin typeface="Cambria"/>
                <a:cs typeface="Cambria"/>
              </a:rPr>
              <a:t> </a:t>
            </a:r>
            <a:r>
              <a:rPr sz="1200" spc="-10" dirty="0">
                <a:solidFill>
                  <a:srgbClr val="243F60"/>
                </a:solidFill>
                <a:latin typeface="Cambria"/>
                <a:cs typeface="Cambria"/>
              </a:rPr>
              <a:t>History</a:t>
            </a:r>
            <a:endParaRPr sz="1200">
              <a:latin typeface="Cambria"/>
              <a:cs typeface="Cambria"/>
            </a:endParaRPr>
          </a:p>
          <a:p>
            <a:pPr marL="12700" marR="176530">
              <a:lnSpc>
                <a:spcPct val="114599"/>
              </a:lnSpc>
              <a:spcBef>
                <a:spcPts val="1125"/>
              </a:spcBef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allows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view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their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previous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orders.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feature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helps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customers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track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their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past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purchases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reorder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items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easily.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80"/>
              </a:spcBef>
            </a:pPr>
            <a:endParaRPr sz="1200">
              <a:latin typeface="Times New Roman"/>
              <a:cs typeface="Times New Roman"/>
            </a:endParaRPr>
          </a:p>
          <a:p>
            <a:pPr marL="350520" indent="-262255">
              <a:lnSpc>
                <a:spcPct val="100000"/>
              </a:lnSpc>
              <a:buAutoNum type="alphaLcPeriod"/>
              <a:tabLst>
                <a:tab pos="350520" algn="l"/>
              </a:tabLst>
            </a:pPr>
            <a:r>
              <a:rPr sz="1200" dirty="0">
                <a:solidFill>
                  <a:srgbClr val="243F60"/>
                </a:solidFill>
                <a:latin typeface="Cambria"/>
                <a:cs typeface="Cambria"/>
              </a:rPr>
              <a:t>Admin</a:t>
            </a:r>
            <a:r>
              <a:rPr sz="1200" spc="-45" dirty="0">
                <a:solidFill>
                  <a:srgbClr val="243F60"/>
                </a:solidFill>
                <a:latin typeface="Cambria"/>
                <a:cs typeface="Cambria"/>
              </a:rPr>
              <a:t> </a:t>
            </a:r>
            <a:r>
              <a:rPr sz="1200" spc="-10" dirty="0">
                <a:solidFill>
                  <a:srgbClr val="243F60"/>
                </a:solidFill>
                <a:latin typeface="Cambria"/>
                <a:cs typeface="Cambria"/>
              </a:rPr>
              <a:t>Management</a:t>
            </a:r>
            <a:endParaRPr sz="12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1335"/>
              </a:spcBef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admin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also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track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customers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deliveries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processed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efficiently.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80"/>
              </a:spcBef>
            </a:pPr>
            <a:endParaRPr sz="1200">
              <a:latin typeface="Times New Roman"/>
              <a:cs typeface="Times New Roman"/>
            </a:endParaRPr>
          </a:p>
          <a:p>
            <a:pPr marL="350520" indent="-262255">
              <a:lnSpc>
                <a:spcPct val="100000"/>
              </a:lnSpc>
              <a:buAutoNum type="alphaLcPeriod"/>
              <a:tabLst>
                <a:tab pos="350520" algn="l"/>
              </a:tabLst>
            </a:pPr>
            <a:r>
              <a:rPr sz="1200" spc="-10" dirty="0">
                <a:solidFill>
                  <a:srgbClr val="243F60"/>
                </a:solidFill>
                <a:latin typeface="Cambria"/>
                <a:cs typeface="Cambria"/>
              </a:rPr>
              <a:t>Responsive</a:t>
            </a:r>
            <a:r>
              <a:rPr sz="1200" spc="-30" dirty="0">
                <a:solidFill>
                  <a:srgbClr val="243F60"/>
                </a:solidFill>
                <a:latin typeface="Cambria"/>
                <a:cs typeface="Cambria"/>
              </a:rPr>
              <a:t> </a:t>
            </a:r>
            <a:r>
              <a:rPr sz="1200" spc="-10" dirty="0">
                <a:solidFill>
                  <a:srgbClr val="243F60"/>
                </a:solidFill>
                <a:latin typeface="Cambria"/>
                <a:cs typeface="Cambria"/>
              </a:rPr>
              <a:t>Design</a:t>
            </a:r>
            <a:endParaRPr sz="1200">
              <a:latin typeface="Cambria"/>
              <a:cs typeface="Cambria"/>
            </a:endParaRPr>
          </a:p>
          <a:p>
            <a:pPr marL="12700" marR="243840">
              <a:lnSpc>
                <a:spcPct val="114599"/>
              </a:lnSpc>
              <a:spcBef>
                <a:spcPts val="1125"/>
              </a:spcBef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website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designed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work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smoothly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different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devices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such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desktops,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tablets,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mobile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phones, </a:t>
            </a:r>
            <a:r>
              <a:rPr sz="1200" dirty="0">
                <a:latin typeface="Times New Roman"/>
                <a:cs typeface="Times New Roman"/>
              </a:rPr>
              <a:t>ensuring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better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experience.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39724" y="8616950"/>
            <a:ext cx="6811645" cy="137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16865" indent="-228600">
              <a:lnSpc>
                <a:spcPct val="100000"/>
              </a:lnSpc>
              <a:spcBef>
                <a:spcPts val="100"/>
              </a:spcBef>
              <a:buFont typeface="Times New Roman"/>
              <a:buAutoNum type="arabicPeriod"/>
              <a:tabLst>
                <a:tab pos="316865" algn="l"/>
              </a:tabLst>
            </a:pPr>
            <a:r>
              <a:rPr sz="1200" b="1" spc="-20" dirty="0">
                <a:latin typeface="Times New Roman"/>
                <a:cs typeface="Times New Roman"/>
              </a:rPr>
              <a:t>Technology</a:t>
            </a:r>
            <a:r>
              <a:rPr sz="1200" b="1" spc="-4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/</a:t>
            </a:r>
            <a:r>
              <a:rPr sz="1200" b="1" spc="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Method</a:t>
            </a:r>
            <a:r>
              <a:rPr sz="1200" b="1" spc="-20" dirty="0">
                <a:latin typeface="Times New Roman"/>
                <a:cs typeface="Times New Roman"/>
              </a:rPr>
              <a:t> Used</a:t>
            </a:r>
            <a:endParaRPr sz="1200">
              <a:latin typeface="Times New Roman"/>
              <a:cs typeface="Times New Roman"/>
            </a:endParaRPr>
          </a:p>
          <a:p>
            <a:pPr marL="12700" marR="5080">
              <a:lnSpc>
                <a:spcPct val="114599"/>
              </a:lnSpc>
              <a:spcBef>
                <a:spcPts val="1275"/>
              </a:spcBef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b="1" spc="-20" dirty="0">
                <a:latin typeface="Times New Roman"/>
                <a:cs typeface="Times New Roman"/>
              </a:rPr>
              <a:t>Tomato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Food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Delivery</a:t>
            </a:r>
            <a:r>
              <a:rPr sz="1200" b="1" spc="-5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Website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modern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web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technologies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efficiency, scalability,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smooth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10" dirty="0">
                <a:latin typeface="Times New Roman"/>
                <a:cs typeface="Times New Roman"/>
              </a:rPr>
              <a:t> experience.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follows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full-stack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web</a:t>
            </a:r>
            <a:r>
              <a:rPr sz="1200" b="1" spc="-1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development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approach</a:t>
            </a:r>
            <a:r>
              <a:rPr sz="1200" dirty="0">
                <a:latin typeface="Times New Roman"/>
                <a:cs typeface="Times New Roman"/>
              </a:rPr>
              <a:t>,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where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frontend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handles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interaction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backend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manages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processing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storage.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75"/>
              </a:spcBef>
            </a:pPr>
            <a:endParaRPr sz="1200">
              <a:latin typeface="Times New Roman"/>
              <a:cs typeface="Times New Roman"/>
            </a:endParaRPr>
          </a:p>
          <a:p>
            <a:pPr marL="350520" lvl="1" indent="-262255">
              <a:lnSpc>
                <a:spcPct val="100000"/>
              </a:lnSpc>
              <a:spcBef>
                <a:spcPts val="5"/>
              </a:spcBef>
              <a:buAutoNum type="alphaLcPeriod"/>
              <a:tabLst>
                <a:tab pos="350520" algn="l"/>
              </a:tabLst>
            </a:pPr>
            <a:r>
              <a:rPr sz="1200" spc="-10" dirty="0">
                <a:solidFill>
                  <a:srgbClr val="243F60"/>
                </a:solidFill>
                <a:latin typeface="Cambria"/>
                <a:cs typeface="Cambria"/>
              </a:rPr>
              <a:t>Frontend</a:t>
            </a:r>
            <a:r>
              <a:rPr sz="1200" spc="-15" dirty="0">
                <a:solidFill>
                  <a:srgbClr val="243F60"/>
                </a:solidFill>
                <a:latin typeface="Cambria"/>
                <a:cs typeface="Cambria"/>
              </a:rPr>
              <a:t> </a:t>
            </a:r>
            <a:r>
              <a:rPr sz="1200" spc="-10" dirty="0">
                <a:solidFill>
                  <a:srgbClr val="243F60"/>
                </a:solidFill>
                <a:latin typeface="Cambria"/>
                <a:cs typeface="Cambria"/>
              </a:rPr>
              <a:t>Technologies</a:t>
            </a:r>
            <a:endParaRPr sz="12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72058" y="5005958"/>
            <a:ext cx="65531" cy="65531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72058" y="5225033"/>
            <a:ext cx="65531" cy="65531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72058" y="5434583"/>
            <a:ext cx="65531" cy="6553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339724" y="303529"/>
            <a:ext cx="6842759" cy="6407150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 marR="17780">
              <a:lnSpc>
                <a:spcPct val="117200"/>
              </a:lnSpc>
              <a:spcBef>
                <a:spcPts val="60"/>
              </a:spcBef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frontend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React.js</a:t>
            </a:r>
            <a:r>
              <a:rPr sz="1200" dirty="0">
                <a:latin typeface="Times New Roman"/>
                <a:cs typeface="Times New Roman"/>
              </a:rPr>
              <a:t>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which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helps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create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dynamic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interactive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user </a:t>
            </a:r>
            <a:r>
              <a:rPr sz="1200" dirty="0">
                <a:latin typeface="Times New Roman"/>
                <a:cs typeface="Times New Roman"/>
              </a:rPr>
              <a:t>interface.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HTML</a:t>
            </a:r>
            <a:r>
              <a:rPr sz="1200" spc="-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CSS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design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structure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layout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website,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while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JavaScript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to </a:t>
            </a:r>
            <a:r>
              <a:rPr sz="1200" dirty="0">
                <a:latin typeface="Times New Roman"/>
                <a:cs typeface="Times New Roman"/>
              </a:rPr>
              <a:t>handle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interactions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such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adding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items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cart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navigating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between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pages.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05"/>
              </a:spcBef>
            </a:pPr>
            <a:endParaRPr sz="1200">
              <a:latin typeface="Times New Roman"/>
              <a:cs typeface="Times New Roman"/>
            </a:endParaRPr>
          </a:p>
          <a:p>
            <a:pPr marL="88265">
              <a:lnSpc>
                <a:spcPct val="100000"/>
              </a:lnSpc>
              <a:tabLst>
                <a:tab pos="350520" algn="l"/>
              </a:tabLst>
            </a:pPr>
            <a:r>
              <a:rPr sz="1200" spc="-25" dirty="0">
                <a:solidFill>
                  <a:srgbClr val="243F60"/>
                </a:solidFill>
                <a:latin typeface="Cambria"/>
                <a:cs typeface="Cambria"/>
              </a:rPr>
              <a:t>a.</a:t>
            </a:r>
            <a:r>
              <a:rPr sz="1200" dirty="0">
                <a:solidFill>
                  <a:srgbClr val="243F60"/>
                </a:solidFill>
                <a:latin typeface="Cambria"/>
                <a:cs typeface="Cambria"/>
              </a:rPr>
              <a:t>	Backend</a:t>
            </a:r>
            <a:r>
              <a:rPr sz="1200" spc="-45" dirty="0">
                <a:solidFill>
                  <a:srgbClr val="243F60"/>
                </a:solidFill>
                <a:latin typeface="Cambria"/>
                <a:cs typeface="Cambria"/>
              </a:rPr>
              <a:t> </a:t>
            </a:r>
            <a:r>
              <a:rPr sz="1200" spc="-10" dirty="0">
                <a:solidFill>
                  <a:srgbClr val="243F60"/>
                </a:solidFill>
                <a:latin typeface="Cambria"/>
                <a:cs typeface="Cambria"/>
              </a:rPr>
              <a:t>Technologies</a:t>
            </a:r>
            <a:endParaRPr sz="1200">
              <a:latin typeface="Cambria"/>
              <a:cs typeface="Cambria"/>
            </a:endParaRPr>
          </a:p>
          <a:p>
            <a:pPr marL="12700" marR="5080">
              <a:lnSpc>
                <a:spcPct val="114599"/>
              </a:lnSpc>
              <a:spcBef>
                <a:spcPts val="1200"/>
              </a:spcBef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backend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implemented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Node.js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Express.js</a:t>
            </a:r>
            <a:r>
              <a:rPr sz="1200" dirty="0">
                <a:latin typeface="Times New Roman"/>
                <a:cs typeface="Times New Roman"/>
              </a:rPr>
              <a:t>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which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handle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server-</a:t>
            </a:r>
            <a:r>
              <a:rPr sz="1200" dirty="0">
                <a:latin typeface="Times New Roman"/>
                <a:cs typeface="Times New Roman"/>
              </a:rPr>
              <a:t>side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logic,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authentication,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communication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between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frontend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database.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backend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processes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requests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such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login, </a:t>
            </a:r>
            <a:r>
              <a:rPr sz="1200" dirty="0">
                <a:latin typeface="Times New Roman"/>
                <a:cs typeface="Times New Roman"/>
              </a:rPr>
              <a:t>food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ordering,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order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management.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80"/>
              </a:spcBef>
            </a:pPr>
            <a:endParaRPr sz="1200">
              <a:latin typeface="Times New Roman"/>
              <a:cs typeface="Times New Roman"/>
            </a:endParaRPr>
          </a:p>
          <a:p>
            <a:pPr marL="88265">
              <a:lnSpc>
                <a:spcPct val="100000"/>
              </a:lnSpc>
              <a:tabLst>
                <a:tab pos="350520" algn="l"/>
              </a:tabLst>
            </a:pPr>
            <a:r>
              <a:rPr sz="1200" spc="-25" dirty="0">
                <a:solidFill>
                  <a:srgbClr val="243F60"/>
                </a:solidFill>
                <a:latin typeface="Cambria"/>
                <a:cs typeface="Cambria"/>
              </a:rPr>
              <a:t>a.</a:t>
            </a:r>
            <a:r>
              <a:rPr sz="1200" dirty="0">
                <a:solidFill>
                  <a:srgbClr val="243F60"/>
                </a:solidFill>
                <a:latin typeface="Cambria"/>
                <a:cs typeface="Cambria"/>
              </a:rPr>
              <a:t>	</a:t>
            </a:r>
            <a:r>
              <a:rPr sz="1200" spc="-10" dirty="0">
                <a:solidFill>
                  <a:srgbClr val="243F60"/>
                </a:solidFill>
                <a:latin typeface="Cambria"/>
                <a:cs typeface="Cambria"/>
              </a:rPr>
              <a:t>Database</a:t>
            </a:r>
            <a:endParaRPr sz="1200">
              <a:latin typeface="Cambria"/>
              <a:cs typeface="Cambria"/>
            </a:endParaRPr>
          </a:p>
          <a:p>
            <a:pPr marL="12700" marR="36195">
              <a:lnSpc>
                <a:spcPct val="119800"/>
              </a:lnSpc>
              <a:spcBef>
                <a:spcPts val="1050"/>
              </a:spcBef>
            </a:pP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database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such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MongoDB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store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manage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application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data.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database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keeps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records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accounts,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food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items,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orders,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transaction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details.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05"/>
              </a:spcBef>
            </a:pPr>
            <a:endParaRPr sz="1200">
              <a:latin typeface="Times New Roman"/>
              <a:cs typeface="Times New Roman"/>
            </a:endParaRPr>
          </a:p>
          <a:p>
            <a:pPr marL="88265">
              <a:lnSpc>
                <a:spcPct val="100000"/>
              </a:lnSpc>
              <a:tabLst>
                <a:tab pos="350520" algn="l"/>
              </a:tabLst>
            </a:pPr>
            <a:r>
              <a:rPr sz="1200" spc="-25" dirty="0">
                <a:solidFill>
                  <a:srgbClr val="243F60"/>
                </a:solidFill>
                <a:latin typeface="Cambria"/>
                <a:cs typeface="Cambria"/>
              </a:rPr>
              <a:t>a.</a:t>
            </a:r>
            <a:r>
              <a:rPr sz="1200" dirty="0">
                <a:solidFill>
                  <a:srgbClr val="243F60"/>
                </a:solidFill>
                <a:latin typeface="Cambria"/>
                <a:cs typeface="Cambria"/>
              </a:rPr>
              <a:t>	API</a:t>
            </a:r>
            <a:r>
              <a:rPr sz="1200" spc="-20" dirty="0">
                <a:solidFill>
                  <a:srgbClr val="243F60"/>
                </a:solidFill>
                <a:latin typeface="Cambria"/>
                <a:cs typeface="Cambria"/>
              </a:rPr>
              <a:t> </a:t>
            </a:r>
            <a:r>
              <a:rPr sz="1200" spc="-10" dirty="0">
                <a:solidFill>
                  <a:srgbClr val="243F60"/>
                </a:solidFill>
                <a:latin typeface="Cambria"/>
                <a:cs typeface="Cambria"/>
              </a:rPr>
              <a:t>Integration</a:t>
            </a:r>
            <a:endParaRPr sz="1200">
              <a:latin typeface="Cambria"/>
              <a:cs typeface="Cambria"/>
            </a:endParaRPr>
          </a:p>
          <a:p>
            <a:pPr marL="12700" marR="215265">
              <a:lnSpc>
                <a:spcPct val="119800"/>
              </a:lnSpc>
              <a:spcBef>
                <a:spcPts val="1050"/>
              </a:spcBef>
            </a:pPr>
            <a:r>
              <a:rPr sz="1200" spc="-10" dirty="0">
                <a:latin typeface="Times New Roman"/>
                <a:cs typeface="Times New Roman"/>
              </a:rPr>
              <a:t>RESTful</a:t>
            </a:r>
            <a:r>
              <a:rPr sz="1200" spc="-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APIs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used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connect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frontend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backend.</a:t>
            </a:r>
            <a:r>
              <a:rPr sz="1200" spc="-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APIs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allow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send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receive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data </a:t>
            </a:r>
            <a:r>
              <a:rPr sz="1200" dirty="0">
                <a:latin typeface="Times New Roman"/>
                <a:cs typeface="Times New Roman"/>
              </a:rPr>
              <a:t>such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menu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items,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order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details,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information.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0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200" dirty="0">
                <a:solidFill>
                  <a:srgbClr val="243F60"/>
                </a:solidFill>
                <a:latin typeface="Cambria"/>
                <a:cs typeface="Cambria"/>
              </a:rPr>
              <a:t>e.</a:t>
            </a:r>
            <a:r>
              <a:rPr sz="1200" spc="475" dirty="0">
                <a:solidFill>
                  <a:srgbClr val="243F60"/>
                </a:solidFill>
                <a:latin typeface="Cambria"/>
                <a:cs typeface="Cambria"/>
              </a:rPr>
              <a:t> </a:t>
            </a:r>
            <a:r>
              <a:rPr sz="1200" dirty="0">
                <a:solidFill>
                  <a:srgbClr val="243F60"/>
                </a:solidFill>
                <a:latin typeface="Cambria"/>
                <a:cs typeface="Cambria"/>
              </a:rPr>
              <a:t>Development</a:t>
            </a:r>
            <a:r>
              <a:rPr sz="1200" spc="-15" dirty="0">
                <a:solidFill>
                  <a:srgbClr val="243F60"/>
                </a:solidFill>
                <a:latin typeface="Cambria"/>
                <a:cs typeface="Cambria"/>
              </a:rPr>
              <a:t> </a:t>
            </a:r>
            <a:r>
              <a:rPr sz="1200" spc="-20" dirty="0">
                <a:solidFill>
                  <a:srgbClr val="243F60"/>
                </a:solidFill>
                <a:latin typeface="Cambria"/>
                <a:cs typeface="Cambria"/>
              </a:rPr>
              <a:t>Tools</a:t>
            </a:r>
            <a:endParaRPr sz="120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12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</a:pPr>
            <a:r>
              <a:rPr sz="1200" spc="-20" dirty="0">
                <a:latin typeface="Times New Roman"/>
                <a:cs typeface="Times New Roman"/>
              </a:rPr>
              <a:t>Various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development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tools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build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manage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project,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including: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05"/>
              </a:spcBef>
            </a:pPr>
            <a:endParaRPr sz="1200">
              <a:latin typeface="Times New Roman"/>
              <a:cs typeface="Times New Roman"/>
            </a:endParaRPr>
          </a:p>
          <a:p>
            <a:pPr marL="316865">
              <a:lnSpc>
                <a:spcPct val="100000"/>
              </a:lnSpc>
            </a:pPr>
            <a:r>
              <a:rPr sz="1200" b="1" dirty="0">
                <a:latin typeface="Times New Roman"/>
                <a:cs typeface="Times New Roman"/>
              </a:rPr>
              <a:t>Visual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Studio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Code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coding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development</a:t>
            </a:r>
            <a:endParaRPr sz="1200">
              <a:latin typeface="Times New Roman"/>
              <a:cs typeface="Times New Roman"/>
            </a:endParaRPr>
          </a:p>
          <a:p>
            <a:pPr marL="316865">
              <a:lnSpc>
                <a:spcPct val="100000"/>
              </a:lnSpc>
              <a:spcBef>
                <a:spcPts val="210"/>
              </a:spcBef>
            </a:pPr>
            <a:r>
              <a:rPr sz="1200" b="1" dirty="0">
                <a:latin typeface="Times New Roman"/>
                <a:cs typeface="Times New Roman"/>
              </a:rPr>
              <a:t>Git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and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GitHub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version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control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project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management</a:t>
            </a:r>
            <a:endParaRPr sz="1200">
              <a:latin typeface="Times New Roman"/>
              <a:cs typeface="Times New Roman"/>
            </a:endParaRPr>
          </a:p>
          <a:p>
            <a:pPr marL="316865">
              <a:lnSpc>
                <a:spcPct val="100000"/>
              </a:lnSpc>
              <a:spcBef>
                <a:spcPts val="285"/>
              </a:spcBef>
            </a:pPr>
            <a:r>
              <a:rPr sz="1200" b="1" dirty="0">
                <a:latin typeface="Times New Roman"/>
                <a:cs typeface="Times New Roman"/>
              </a:rPr>
              <a:t>Node</a:t>
            </a:r>
            <a:r>
              <a:rPr sz="1200" b="1" spc="-3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Package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Manager</a:t>
            </a:r>
            <a:r>
              <a:rPr sz="1200" b="1" spc="-5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(NPM)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installing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managing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dependencies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0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200" dirty="0">
                <a:solidFill>
                  <a:srgbClr val="243F60"/>
                </a:solidFill>
                <a:latin typeface="Cambria"/>
                <a:cs typeface="Cambria"/>
              </a:rPr>
              <a:t>f.</a:t>
            </a:r>
            <a:r>
              <a:rPr sz="1200" spc="125" dirty="0">
                <a:solidFill>
                  <a:srgbClr val="243F60"/>
                </a:solidFill>
                <a:latin typeface="Cambria"/>
                <a:cs typeface="Cambria"/>
              </a:rPr>
              <a:t>  </a:t>
            </a:r>
            <a:r>
              <a:rPr sz="1200" dirty="0">
                <a:solidFill>
                  <a:srgbClr val="243F60"/>
                </a:solidFill>
                <a:latin typeface="Cambria"/>
                <a:cs typeface="Cambria"/>
              </a:rPr>
              <a:t>Method</a:t>
            </a:r>
            <a:r>
              <a:rPr sz="1200" spc="5" dirty="0">
                <a:solidFill>
                  <a:srgbClr val="243F60"/>
                </a:solidFill>
                <a:latin typeface="Cambria"/>
                <a:cs typeface="Cambria"/>
              </a:rPr>
              <a:t> </a:t>
            </a:r>
            <a:r>
              <a:rPr sz="1200" spc="-20" dirty="0">
                <a:solidFill>
                  <a:srgbClr val="243F60"/>
                </a:solidFill>
                <a:latin typeface="Cambria"/>
                <a:cs typeface="Cambria"/>
              </a:rPr>
              <a:t>Used</a:t>
            </a:r>
            <a:endParaRPr sz="1200">
              <a:latin typeface="Cambria"/>
              <a:cs typeface="Cambria"/>
            </a:endParaRPr>
          </a:p>
          <a:p>
            <a:pPr marL="12700" marR="27305">
              <a:lnSpc>
                <a:spcPct val="117200"/>
              </a:lnSpc>
              <a:spcBef>
                <a:spcPts val="1160"/>
              </a:spcBef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project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follows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modular</a:t>
            </a:r>
            <a:r>
              <a:rPr sz="1200" b="1" spc="-5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development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approach</a:t>
            </a:r>
            <a:r>
              <a:rPr sz="1200" dirty="0">
                <a:latin typeface="Times New Roman"/>
                <a:cs typeface="Times New Roman"/>
              </a:rPr>
              <a:t>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where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divided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into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different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modules </a:t>
            </a:r>
            <a:r>
              <a:rPr sz="1200" dirty="0">
                <a:latin typeface="Times New Roman"/>
                <a:cs typeface="Times New Roman"/>
              </a:rPr>
              <a:t>such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management,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food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menu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management,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order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processing.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method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makes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easier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maintain,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upgrade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future.</a:t>
            </a:r>
            <a:endParaRPr sz="1200">
              <a:latin typeface="Times New Roman"/>
              <a:cs typeface="Times New Roman"/>
            </a:endParaRPr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72058" y="7377683"/>
            <a:ext cx="65531" cy="65531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644524" y="7194791"/>
            <a:ext cx="1312545" cy="535305"/>
          </a:xfrm>
          <a:prstGeom prst="rect">
            <a:avLst/>
          </a:prstGeom>
        </p:spPr>
        <p:txBody>
          <a:bodyPr vert="horz" wrap="square" lIns="0" tIns="596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70"/>
              </a:spcBef>
            </a:pPr>
            <a:r>
              <a:rPr sz="1600" b="1" spc="-10" dirty="0">
                <a:latin typeface="Times New Roman"/>
                <a:cs typeface="Times New Roman"/>
              </a:rPr>
              <a:t>Design</a:t>
            </a:r>
            <a:endParaRPr sz="16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280"/>
              </a:spcBef>
            </a:pPr>
            <a:r>
              <a:rPr sz="1200" b="1" dirty="0">
                <a:latin typeface="Times New Roman"/>
                <a:cs typeface="Times New Roman"/>
              </a:rPr>
              <a:t>Data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Flow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Diagram</a:t>
            </a:r>
            <a:endParaRPr sz="1200">
              <a:latin typeface="Times New Roman"/>
              <a:cs typeface="Times New Roman"/>
            </a:endParaRP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72058" y="7615808"/>
            <a:ext cx="65531" cy="6553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4180" y="434710"/>
            <a:ext cx="5865774" cy="5771733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352424" y="6791325"/>
            <a:ext cx="331470" cy="331470"/>
          </a:xfrm>
          <a:custGeom>
            <a:avLst/>
            <a:gdLst/>
            <a:ahLst/>
            <a:cxnLst/>
            <a:rect l="l" t="t" r="r" b="b"/>
            <a:pathLst>
              <a:path w="331470" h="331470">
                <a:moveTo>
                  <a:pt x="0" y="0"/>
                </a:moveTo>
                <a:lnTo>
                  <a:pt x="331004" y="0"/>
                </a:lnTo>
                <a:lnTo>
                  <a:pt x="331004" y="331004"/>
                </a:lnTo>
                <a:lnTo>
                  <a:pt x="0" y="331004"/>
                </a:lnTo>
                <a:lnTo>
                  <a:pt x="0" y="0"/>
                </a:lnTo>
                <a:close/>
              </a:path>
            </a:pathLst>
          </a:custGeom>
          <a:ln w="517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72058" y="7844408"/>
            <a:ext cx="65531" cy="6553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644524" y="7708931"/>
            <a:ext cx="1695450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b="1" dirty="0">
                <a:latin typeface="Times New Roman"/>
                <a:cs typeface="Times New Roman"/>
              </a:rPr>
              <a:t>Use</a:t>
            </a:r>
            <a:r>
              <a:rPr sz="1600" b="1" spc="-35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Case</a:t>
            </a:r>
            <a:r>
              <a:rPr sz="1600" b="1" spc="-30" dirty="0">
                <a:latin typeface="Times New Roman"/>
                <a:cs typeface="Times New Roman"/>
              </a:rPr>
              <a:t> </a:t>
            </a:r>
            <a:r>
              <a:rPr sz="1600" b="1" spc="-10" dirty="0">
                <a:latin typeface="Times New Roman"/>
                <a:cs typeface="Times New Roman"/>
              </a:rPr>
              <a:t>Diagram:</a:t>
            </a:r>
            <a:endParaRPr sz="16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2425" y="352425"/>
            <a:ext cx="6115049" cy="7219949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72058" y="9349358"/>
            <a:ext cx="65531" cy="65531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644524" y="9172637"/>
            <a:ext cx="1711325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latin typeface="Times New Roman"/>
                <a:cs typeface="Times New Roman"/>
              </a:rPr>
              <a:t>Class</a:t>
            </a:r>
            <a:r>
              <a:rPr sz="2000" b="1" spc="-35" dirty="0">
                <a:latin typeface="Times New Roman"/>
                <a:cs typeface="Times New Roman"/>
              </a:rPr>
              <a:t> </a:t>
            </a:r>
            <a:r>
              <a:rPr sz="2000" b="1" spc="-10" dirty="0">
                <a:latin typeface="Times New Roman"/>
                <a:cs typeface="Times New Roman"/>
              </a:rPr>
              <a:t>Diagram:</a:t>
            </a:r>
            <a:endParaRPr sz="20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2425" y="352425"/>
            <a:ext cx="6219824" cy="4219574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415925" y="7946519"/>
            <a:ext cx="1217930" cy="636270"/>
          </a:xfrm>
          <a:prstGeom prst="rect">
            <a:avLst/>
          </a:prstGeom>
        </p:spPr>
        <p:txBody>
          <a:bodyPr vert="horz" wrap="square" lIns="0" tIns="666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25"/>
              </a:spcBef>
            </a:pPr>
            <a:r>
              <a:rPr sz="2000" dirty="0">
                <a:latin typeface="Times New Roman"/>
                <a:cs typeface="Times New Roman"/>
              </a:rPr>
              <a:t>1.</a:t>
            </a:r>
            <a:r>
              <a:rPr sz="2000" spc="490" dirty="0">
                <a:latin typeface="Times New Roman"/>
                <a:cs typeface="Times New Roman"/>
              </a:rPr>
              <a:t> </a:t>
            </a:r>
            <a:r>
              <a:rPr sz="2000" b="1" spc="-10" dirty="0">
                <a:latin typeface="Times New Roman"/>
                <a:cs typeface="Times New Roman"/>
              </a:rPr>
              <a:t>Coding:</a:t>
            </a:r>
            <a:endParaRPr sz="20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300"/>
              </a:spcBef>
            </a:pPr>
            <a:r>
              <a:rPr sz="1400" dirty="0">
                <a:latin typeface="Times New Roman"/>
                <a:cs typeface="Times New Roman"/>
              </a:rPr>
              <a:t>b.</a:t>
            </a:r>
            <a:r>
              <a:rPr sz="1400" spc="385" dirty="0">
                <a:latin typeface="Times New Roman"/>
                <a:cs typeface="Times New Roman"/>
              </a:rPr>
              <a:t> </a:t>
            </a:r>
            <a:r>
              <a:rPr sz="1400" b="1" spc="-10" dirty="0">
                <a:latin typeface="Times New Roman"/>
                <a:cs typeface="Times New Roman"/>
              </a:rPr>
              <a:t>App.jsx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15925" y="9081769"/>
            <a:ext cx="3994150" cy="1111250"/>
          </a:xfrm>
          <a:prstGeom prst="rect">
            <a:avLst/>
          </a:prstGeom>
        </p:spPr>
        <p:txBody>
          <a:bodyPr vert="horz" wrap="square" lIns="0" tIns="336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265"/>
              </a:spcBef>
              <a:buAutoNum type="alphaLcPeriod"/>
              <a:tabLst>
                <a:tab pos="240029" algn="l"/>
              </a:tabLst>
            </a:pP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import </a:t>
            </a: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React </a:t>
            </a: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from </a:t>
            </a:r>
            <a:r>
              <a:rPr sz="1050" spc="-10" dirty="0">
                <a:solidFill>
                  <a:srgbClr val="A5D5FF"/>
                </a:solidFill>
                <a:latin typeface="Consolas"/>
                <a:cs typeface="Consolas"/>
              </a:rPr>
              <a:t>"react"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;</a:t>
            </a:r>
            <a:endParaRPr sz="1050">
              <a:latin typeface="Consolas"/>
              <a:cs typeface="Consolas"/>
            </a:endParaRPr>
          </a:p>
          <a:p>
            <a:pPr marL="240029" indent="-227329">
              <a:lnSpc>
                <a:spcPct val="100000"/>
              </a:lnSpc>
              <a:spcBef>
                <a:spcPts val="165"/>
              </a:spcBef>
              <a:buAutoNum type="alphaLcPeriod"/>
              <a:tabLst>
                <a:tab pos="240029" algn="l"/>
              </a:tabLst>
            </a:pP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import</a:t>
            </a:r>
            <a:r>
              <a:rPr sz="1050" spc="-10" dirty="0">
                <a:solidFill>
                  <a:srgbClr val="C486BF"/>
                </a:solidFill>
                <a:latin typeface="Consolas"/>
                <a:cs typeface="Consolas"/>
              </a:rPr>
              <a:t> </a:t>
            </a: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Navbar </a:t>
            </a: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from </a:t>
            </a:r>
            <a:r>
              <a:rPr sz="1050" spc="-10" dirty="0">
                <a:solidFill>
                  <a:srgbClr val="A5D5FF"/>
                </a:solidFill>
                <a:latin typeface="Consolas"/>
                <a:cs typeface="Consolas"/>
              </a:rPr>
              <a:t>"./components/Navbar/Navbar"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;</a:t>
            </a:r>
            <a:endParaRPr sz="1050">
              <a:latin typeface="Consolas"/>
              <a:cs typeface="Consolas"/>
            </a:endParaRPr>
          </a:p>
          <a:p>
            <a:pPr marL="240029" indent="-227329">
              <a:lnSpc>
                <a:spcPct val="100000"/>
              </a:lnSpc>
              <a:spcBef>
                <a:spcPts val="165"/>
              </a:spcBef>
              <a:buAutoNum type="alphaLcPeriod"/>
              <a:tabLst>
                <a:tab pos="240029" algn="l"/>
              </a:tabLst>
            </a:pP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import </a:t>
            </a: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Sidebar </a:t>
            </a: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from </a:t>
            </a:r>
            <a:r>
              <a:rPr sz="1050" spc="-10" dirty="0">
                <a:solidFill>
                  <a:srgbClr val="A5D5FF"/>
                </a:solidFill>
                <a:latin typeface="Consolas"/>
                <a:cs typeface="Consolas"/>
              </a:rPr>
              <a:t>"./components/Sidebar/Sidebar"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;</a:t>
            </a:r>
            <a:endParaRPr sz="1050">
              <a:latin typeface="Consolas"/>
              <a:cs typeface="Consolas"/>
            </a:endParaRPr>
          </a:p>
          <a:p>
            <a:pPr marL="240029" indent="-227329">
              <a:lnSpc>
                <a:spcPct val="100000"/>
              </a:lnSpc>
              <a:spcBef>
                <a:spcPts val="165"/>
              </a:spcBef>
              <a:buAutoNum type="alphaLcPeriod"/>
              <a:tabLst>
                <a:tab pos="240029" algn="l"/>
              </a:tabLst>
            </a:pP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import </a:t>
            </a: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{ Route, Routes } </a:t>
            </a: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from </a:t>
            </a:r>
            <a:r>
              <a:rPr sz="1050" dirty="0">
                <a:solidFill>
                  <a:srgbClr val="A5D5FF"/>
                </a:solidFill>
                <a:latin typeface="Consolas"/>
                <a:cs typeface="Consolas"/>
              </a:rPr>
              <a:t>"react-router-</a:t>
            </a:r>
            <a:r>
              <a:rPr sz="1050" spc="-10" dirty="0">
                <a:solidFill>
                  <a:srgbClr val="A5D5FF"/>
                </a:solidFill>
                <a:latin typeface="Consolas"/>
                <a:cs typeface="Consolas"/>
              </a:rPr>
              <a:t>dom"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;</a:t>
            </a:r>
            <a:endParaRPr sz="1050">
              <a:latin typeface="Consolas"/>
              <a:cs typeface="Consolas"/>
            </a:endParaRPr>
          </a:p>
          <a:p>
            <a:pPr marL="240029" indent="-227329">
              <a:lnSpc>
                <a:spcPct val="100000"/>
              </a:lnSpc>
              <a:spcBef>
                <a:spcPts val="165"/>
              </a:spcBef>
              <a:buAutoNum type="alphaLcPeriod"/>
              <a:tabLst>
                <a:tab pos="240029" algn="l"/>
              </a:tabLst>
            </a:pP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import</a:t>
            </a:r>
            <a:r>
              <a:rPr sz="1050" spc="-10" dirty="0">
                <a:solidFill>
                  <a:srgbClr val="C486BF"/>
                </a:solidFill>
                <a:latin typeface="Consolas"/>
                <a:cs typeface="Consolas"/>
              </a:rPr>
              <a:t> </a:t>
            </a: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Add </a:t>
            </a: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from </a:t>
            </a:r>
            <a:r>
              <a:rPr sz="1050" spc="-10" dirty="0">
                <a:solidFill>
                  <a:srgbClr val="A5D5FF"/>
                </a:solidFill>
                <a:latin typeface="Consolas"/>
                <a:cs typeface="Consolas"/>
              </a:rPr>
              <a:t>"./pages/Add/Add"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;</a:t>
            </a:r>
            <a:endParaRPr sz="1050">
              <a:latin typeface="Consolas"/>
              <a:cs typeface="Consolas"/>
            </a:endParaRPr>
          </a:p>
          <a:p>
            <a:pPr marL="240029" indent="-227329">
              <a:lnSpc>
                <a:spcPct val="100000"/>
              </a:lnSpc>
              <a:spcBef>
                <a:spcPts val="165"/>
              </a:spcBef>
              <a:buAutoNum type="alphaLcPeriod"/>
              <a:tabLst>
                <a:tab pos="240029" algn="l"/>
              </a:tabLst>
            </a:pP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import</a:t>
            </a:r>
            <a:r>
              <a:rPr sz="1050" spc="-10" dirty="0">
                <a:solidFill>
                  <a:srgbClr val="C486BF"/>
                </a:solidFill>
                <a:latin typeface="Consolas"/>
                <a:cs typeface="Consolas"/>
              </a:rPr>
              <a:t> </a:t>
            </a: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List </a:t>
            </a: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from </a:t>
            </a:r>
            <a:r>
              <a:rPr sz="1050" spc="-10" dirty="0">
                <a:solidFill>
                  <a:srgbClr val="A5D5FF"/>
                </a:solidFill>
                <a:latin typeface="Consolas"/>
                <a:cs typeface="Consolas"/>
              </a:rPr>
              <a:t>"./pages/List/List"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;</a:t>
            </a:r>
            <a:endParaRPr sz="1050"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15925" y="299720"/>
            <a:ext cx="5166360" cy="5039360"/>
          </a:xfrm>
          <a:prstGeom prst="rect">
            <a:avLst/>
          </a:prstGeom>
        </p:spPr>
        <p:txBody>
          <a:bodyPr vert="horz" wrap="square" lIns="0" tIns="336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265"/>
              </a:spcBef>
              <a:buAutoNum type="alphaLcPeriod" startAt="7"/>
              <a:tabLst>
                <a:tab pos="240029" algn="l"/>
              </a:tabLst>
            </a:pP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import </a:t>
            </a: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Orders </a:t>
            </a: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from </a:t>
            </a:r>
            <a:r>
              <a:rPr sz="1050" spc="-10" dirty="0">
                <a:solidFill>
                  <a:srgbClr val="A5D5FF"/>
                </a:solidFill>
                <a:latin typeface="Consolas"/>
                <a:cs typeface="Consolas"/>
              </a:rPr>
              <a:t>"./pages/Orders/Orders"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;</a:t>
            </a:r>
            <a:endParaRPr sz="1050">
              <a:latin typeface="Consolas"/>
              <a:cs typeface="Consolas"/>
            </a:endParaRPr>
          </a:p>
          <a:p>
            <a:pPr marL="240029" indent="-227329">
              <a:lnSpc>
                <a:spcPct val="100000"/>
              </a:lnSpc>
              <a:spcBef>
                <a:spcPts val="165"/>
              </a:spcBef>
              <a:buAutoNum type="alphaLcPeriod" startAt="7"/>
              <a:tabLst>
                <a:tab pos="240029" algn="l"/>
              </a:tabLst>
            </a:pP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import </a:t>
            </a: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{ ToastContainer } </a:t>
            </a: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from </a:t>
            </a:r>
            <a:r>
              <a:rPr sz="1050" dirty="0">
                <a:solidFill>
                  <a:srgbClr val="A5D5FF"/>
                </a:solidFill>
                <a:latin typeface="Consolas"/>
                <a:cs typeface="Consolas"/>
              </a:rPr>
              <a:t>"react-</a:t>
            </a:r>
            <a:r>
              <a:rPr sz="1050" spc="-10" dirty="0">
                <a:solidFill>
                  <a:srgbClr val="A5D5FF"/>
                </a:solidFill>
                <a:latin typeface="Consolas"/>
                <a:cs typeface="Consolas"/>
              </a:rPr>
              <a:t>toastify"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;</a:t>
            </a:r>
            <a:endParaRPr sz="1050">
              <a:latin typeface="Consolas"/>
              <a:cs typeface="Consolas"/>
            </a:endParaRPr>
          </a:p>
          <a:p>
            <a:pPr marL="240029" indent="-227329">
              <a:lnSpc>
                <a:spcPct val="100000"/>
              </a:lnSpc>
              <a:spcBef>
                <a:spcPts val="165"/>
              </a:spcBef>
              <a:buAutoNum type="alphaLcPeriod" startAt="7"/>
              <a:tabLst>
                <a:tab pos="240029" algn="l"/>
              </a:tabLst>
            </a:pP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import</a:t>
            </a:r>
            <a:r>
              <a:rPr sz="1050" spc="-10" dirty="0">
                <a:solidFill>
                  <a:srgbClr val="C486BF"/>
                </a:solidFill>
                <a:latin typeface="Consolas"/>
                <a:cs typeface="Consolas"/>
              </a:rPr>
              <a:t> </a:t>
            </a:r>
            <a:r>
              <a:rPr sz="1050" dirty="0">
                <a:solidFill>
                  <a:srgbClr val="A5D5FF"/>
                </a:solidFill>
                <a:latin typeface="Consolas"/>
                <a:cs typeface="Consolas"/>
              </a:rPr>
              <a:t>"react-</a:t>
            </a:r>
            <a:r>
              <a:rPr sz="1050" spc="-10" dirty="0">
                <a:solidFill>
                  <a:srgbClr val="A5D5FF"/>
                </a:solidFill>
                <a:latin typeface="Consolas"/>
                <a:cs typeface="Consolas"/>
              </a:rPr>
              <a:t>toastify/dist/ReactToastify.css"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;</a:t>
            </a:r>
            <a:endParaRPr sz="1050">
              <a:latin typeface="Consolas"/>
              <a:cs typeface="Consolas"/>
            </a:endParaRPr>
          </a:p>
          <a:p>
            <a:pPr marL="240029" indent="-227329">
              <a:lnSpc>
                <a:spcPct val="100000"/>
              </a:lnSpc>
              <a:spcBef>
                <a:spcPts val="165"/>
              </a:spcBef>
              <a:buAutoNum type="alphaLcPeriod" startAt="7"/>
              <a:tabLst>
                <a:tab pos="240029" algn="l"/>
              </a:tabLst>
            </a:pP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import </a:t>
            </a: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Login </a:t>
            </a: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from </a:t>
            </a:r>
            <a:r>
              <a:rPr sz="1050" spc="-10" dirty="0">
                <a:solidFill>
                  <a:srgbClr val="A5D5FF"/>
                </a:solidFill>
                <a:latin typeface="Consolas"/>
                <a:cs typeface="Consolas"/>
              </a:rPr>
              <a:t>"./components/Login/Login"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;</a:t>
            </a:r>
            <a:endParaRPr sz="1050">
              <a:latin typeface="Consolas"/>
              <a:cs typeface="Consolas"/>
            </a:endParaRPr>
          </a:p>
          <a:p>
            <a:pPr marL="12700">
              <a:lnSpc>
                <a:spcPts val="1395"/>
              </a:lnSpc>
              <a:spcBef>
                <a:spcPts val="15"/>
              </a:spcBef>
            </a:pPr>
            <a:r>
              <a:rPr sz="1200" spc="-25" dirty="0">
                <a:latin typeface="Arial"/>
                <a:cs typeface="Arial"/>
              </a:rPr>
              <a:t>k.</a:t>
            </a:r>
            <a:endParaRPr sz="1200">
              <a:latin typeface="Arial"/>
              <a:cs typeface="Arial"/>
            </a:endParaRPr>
          </a:p>
          <a:p>
            <a:pPr marL="240029" indent="-227329">
              <a:lnSpc>
                <a:spcPts val="1215"/>
              </a:lnSpc>
              <a:buAutoNum type="alphaLcPeriod" startAt="12"/>
              <a:tabLst>
                <a:tab pos="240029" algn="l"/>
              </a:tabLst>
            </a:pPr>
            <a:r>
              <a:rPr sz="1050" dirty="0">
                <a:solidFill>
                  <a:srgbClr val="FF7B72"/>
                </a:solidFill>
                <a:latin typeface="Consolas"/>
                <a:cs typeface="Consolas"/>
              </a:rPr>
              <a:t>const </a:t>
            </a:r>
            <a:r>
              <a:rPr sz="1050" dirty="0">
                <a:solidFill>
                  <a:srgbClr val="D1A7FF"/>
                </a:solidFill>
                <a:latin typeface="Consolas"/>
                <a:cs typeface="Consolas"/>
              </a:rPr>
              <a:t>App </a:t>
            </a:r>
            <a:r>
              <a:rPr sz="1050" dirty="0">
                <a:solidFill>
                  <a:srgbClr val="D4D4D4"/>
                </a:solidFill>
                <a:latin typeface="Consolas"/>
                <a:cs typeface="Consolas"/>
              </a:rPr>
              <a:t>= </a:t>
            </a:r>
            <a:r>
              <a:rPr sz="1050" dirty="0">
                <a:solidFill>
                  <a:srgbClr val="BABEBE"/>
                </a:solidFill>
                <a:latin typeface="Consolas"/>
                <a:cs typeface="Consolas"/>
              </a:rPr>
              <a:t>() </a:t>
            </a:r>
            <a:r>
              <a:rPr sz="1050" dirty="0">
                <a:solidFill>
                  <a:srgbClr val="FF7B72"/>
                </a:solidFill>
                <a:latin typeface="Consolas"/>
                <a:cs typeface="Consolas"/>
              </a:rPr>
              <a:t>=&gt; </a:t>
            </a:r>
            <a:r>
              <a:rPr sz="1050" spc="-50" dirty="0">
                <a:solidFill>
                  <a:srgbClr val="C8D0D9"/>
                </a:solidFill>
                <a:latin typeface="Consolas"/>
                <a:cs typeface="Consolas"/>
              </a:rPr>
              <a:t>{</a:t>
            </a:r>
            <a:endParaRPr sz="1050">
              <a:latin typeface="Consolas"/>
              <a:cs typeface="Consolas"/>
            </a:endParaRPr>
          </a:p>
          <a:p>
            <a:pPr marL="387985" indent="-375285">
              <a:lnSpc>
                <a:spcPct val="100000"/>
              </a:lnSpc>
              <a:spcBef>
                <a:spcPts val="165"/>
              </a:spcBef>
              <a:buClr>
                <a:srgbClr val="C8D0D9"/>
              </a:buClr>
              <a:buAutoNum type="alphaLcPeriod" startAt="12"/>
              <a:tabLst>
                <a:tab pos="387985" algn="l"/>
              </a:tabLst>
            </a:pPr>
            <a:r>
              <a:rPr sz="1050" dirty="0">
                <a:solidFill>
                  <a:srgbClr val="8B949D"/>
                </a:solidFill>
                <a:latin typeface="Consolas"/>
                <a:cs typeface="Consolas"/>
              </a:rPr>
              <a:t>// const url = </a:t>
            </a:r>
            <a:r>
              <a:rPr sz="1050" dirty="0">
                <a:solidFill>
                  <a:srgbClr val="8B949D"/>
                </a:solidFill>
                <a:latin typeface="Consolas"/>
                <a:cs typeface="Consolas"/>
                <a:hlinkClick r:id="rId2"/>
              </a:rPr>
              <a:t>"https://food-delivery-backend-</a:t>
            </a:r>
            <a:r>
              <a:rPr sz="1050" spc="-10" dirty="0">
                <a:solidFill>
                  <a:srgbClr val="8B949D"/>
                </a:solidFill>
                <a:latin typeface="Consolas"/>
                <a:cs typeface="Consolas"/>
                <a:hlinkClick r:id="rId2"/>
              </a:rPr>
              <a:t>5b6g.onrender.com";</a:t>
            </a:r>
            <a:endParaRPr sz="1050">
              <a:latin typeface="Consolas"/>
              <a:cs typeface="Consolas"/>
            </a:endParaRPr>
          </a:p>
          <a:p>
            <a:pPr marL="387985" indent="-375285">
              <a:lnSpc>
                <a:spcPct val="100000"/>
              </a:lnSpc>
              <a:spcBef>
                <a:spcPts val="165"/>
              </a:spcBef>
              <a:buClr>
                <a:srgbClr val="C8D0D9"/>
              </a:buClr>
              <a:buAutoNum type="alphaLcPeriod" startAt="12"/>
              <a:tabLst>
                <a:tab pos="387985" algn="l"/>
              </a:tabLst>
            </a:pPr>
            <a:r>
              <a:rPr sz="1050" dirty="0">
                <a:solidFill>
                  <a:srgbClr val="FF7B72"/>
                </a:solidFill>
                <a:latin typeface="Consolas"/>
                <a:cs typeface="Consolas"/>
              </a:rPr>
              <a:t>const </a:t>
            </a:r>
            <a:r>
              <a:rPr sz="1050" spc="-10" dirty="0">
                <a:solidFill>
                  <a:srgbClr val="78BFFF"/>
                </a:solidFill>
                <a:latin typeface="Consolas"/>
                <a:cs typeface="Consolas"/>
              </a:rPr>
              <a:t>url</a:t>
            </a:r>
            <a:r>
              <a:rPr sz="1050" spc="-10" dirty="0">
                <a:solidFill>
                  <a:srgbClr val="D4D4D4"/>
                </a:solidFill>
                <a:latin typeface="Consolas"/>
                <a:cs typeface="Consolas"/>
              </a:rPr>
              <a:t>=</a:t>
            </a:r>
            <a:r>
              <a:rPr sz="1050" spc="-10" dirty="0">
                <a:solidFill>
                  <a:srgbClr val="A5D5FF"/>
                </a:solidFill>
                <a:latin typeface="Consolas"/>
                <a:cs typeface="Consolas"/>
                <a:hlinkClick r:id="rId3"/>
              </a:rPr>
              <a:t>"http://localhost:4000"</a:t>
            </a:r>
            <a:r>
              <a:rPr sz="1050" spc="-10" dirty="0">
                <a:solidFill>
                  <a:srgbClr val="C8D0D9"/>
                </a:solidFill>
                <a:latin typeface="Consolas"/>
                <a:cs typeface="Consolas"/>
              </a:rPr>
              <a:t>;</a:t>
            </a:r>
            <a:endParaRPr sz="1050">
              <a:latin typeface="Consolas"/>
              <a:cs typeface="Consolas"/>
            </a:endParaRPr>
          </a:p>
          <a:p>
            <a:pPr marL="387985" indent="-375285">
              <a:lnSpc>
                <a:spcPct val="100000"/>
              </a:lnSpc>
              <a:spcBef>
                <a:spcPts val="165"/>
              </a:spcBef>
              <a:buClr>
                <a:srgbClr val="C8D0D9"/>
              </a:buClr>
              <a:buAutoNum type="alphaLcPeriod" startAt="12"/>
              <a:tabLst>
                <a:tab pos="387985" algn="l"/>
              </a:tabLst>
            </a:pP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return </a:t>
            </a:r>
            <a:r>
              <a:rPr sz="1050" spc="-50" dirty="0">
                <a:solidFill>
                  <a:srgbClr val="C8D0D9"/>
                </a:solidFill>
                <a:latin typeface="Consolas"/>
                <a:cs typeface="Consolas"/>
              </a:rPr>
              <a:t>(</a:t>
            </a:r>
            <a:endParaRPr sz="1050">
              <a:latin typeface="Consolas"/>
              <a:cs typeface="Consolas"/>
            </a:endParaRPr>
          </a:p>
          <a:p>
            <a:pPr marL="534035" indent="-521334">
              <a:lnSpc>
                <a:spcPct val="100000"/>
              </a:lnSpc>
              <a:spcBef>
                <a:spcPts val="165"/>
              </a:spcBef>
              <a:buClr>
                <a:srgbClr val="C8D0D9"/>
              </a:buClr>
              <a:buAutoNum type="alphaLcPeriod" startAt="12"/>
              <a:tabLst>
                <a:tab pos="534035" algn="l"/>
              </a:tabLst>
            </a:pPr>
            <a:r>
              <a:rPr sz="1050" spc="-10" dirty="0">
                <a:solidFill>
                  <a:srgbClr val="808080"/>
                </a:solidFill>
                <a:latin typeface="Consolas"/>
                <a:cs typeface="Consolas"/>
              </a:rPr>
              <a:t>&lt;</a:t>
            </a:r>
            <a:r>
              <a:rPr sz="1050" spc="-10" dirty="0">
                <a:solidFill>
                  <a:srgbClr val="7DE786"/>
                </a:solidFill>
                <a:latin typeface="Consolas"/>
                <a:cs typeface="Consolas"/>
              </a:rPr>
              <a:t>div</a:t>
            </a:r>
            <a:r>
              <a:rPr sz="1050" spc="-10" dirty="0">
                <a:solidFill>
                  <a:srgbClr val="808080"/>
                </a:solidFill>
                <a:latin typeface="Consolas"/>
                <a:cs typeface="Consolas"/>
              </a:rPr>
              <a:t>&gt;</a:t>
            </a:r>
            <a:endParaRPr sz="1050">
              <a:latin typeface="Consolas"/>
              <a:cs typeface="Consolas"/>
            </a:endParaRPr>
          </a:p>
          <a:p>
            <a:pPr marL="680720" indent="-668020">
              <a:lnSpc>
                <a:spcPct val="100000"/>
              </a:lnSpc>
              <a:spcBef>
                <a:spcPts val="165"/>
              </a:spcBef>
              <a:buClr>
                <a:srgbClr val="C8D0D9"/>
              </a:buClr>
              <a:buAutoNum type="alphaLcPeriod" startAt="12"/>
              <a:tabLst>
                <a:tab pos="680720" algn="l"/>
              </a:tabLst>
            </a:pPr>
            <a:r>
              <a:rPr sz="1050" dirty="0">
                <a:solidFill>
                  <a:srgbClr val="808080"/>
                </a:solidFill>
                <a:latin typeface="Consolas"/>
                <a:cs typeface="Consolas"/>
              </a:rPr>
              <a:t>&lt;</a:t>
            </a:r>
            <a:r>
              <a:rPr sz="1050" dirty="0">
                <a:solidFill>
                  <a:srgbClr val="7DE786"/>
                </a:solidFill>
                <a:latin typeface="Consolas"/>
                <a:cs typeface="Consolas"/>
              </a:rPr>
              <a:t>ToastContainer </a:t>
            </a:r>
            <a:r>
              <a:rPr sz="1050" spc="-25" dirty="0">
                <a:solidFill>
                  <a:srgbClr val="808080"/>
                </a:solidFill>
                <a:latin typeface="Consolas"/>
                <a:cs typeface="Consolas"/>
              </a:rPr>
              <a:t>/&gt;</a:t>
            </a:r>
            <a:endParaRPr sz="1050">
              <a:latin typeface="Consolas"/>
              <a:cs typeface="Consolas"/>
            </a:endParaRPr>
          </a:p>
          <a:p>
            <a:pPr marL="680720" indent="-668020">
              <a:lnSpc>
                <a:spcPct val="100000"/>
              </a:lnSpc>
              <a:spcBef>
                <a:spcPts val="165"/>
              </a:spcBef>
              <a:buClr>
                <a:srgbClr val="C8D0D9"/>
              </a:buClr>
              <a:buAutoNum type="alphaLcPeriod" startAt="12"/>
              <a:tabLst>
                <a:tab pos="680720" algn="l"/>
              </a:tabLst>
            </a:pPr>
            <a:r>
              <a:rPr sz="1050" dirty="0">
                <a:solidFill>
                  <a:srgbClr val="808080"/>
                </a:solidFill>
                <a:latin typeface="Consolas"/>
                <a:cs typeface="Consolas"/>
              </a:rPr>
              <a:t>&lt;</a:t>
            </a:r>
            <a:r>
              <a:rPr sz="1050" dirty="0">
                <a:solidFill>
                  <a:srgbClr val="7DE786"/>
                </a:solidFill>
                <a:latin typeface="Consolas"/>
                <a:cs typeface="Consolas"/>
              </a:rPr>
              <a:t>Navbar </a:t>
            </a:r>
            <a:r>
              <a:rPr sz="1050" spc="-25" dirty="0">
                <a:solidFill>
                  <a:srgbClr val="808080"/>
                </a:solidFill>
                <a:latin typeface="Consolas"/>
                <a:cs typeface="Consolas"/>
              </a:rPr>
              <a:t>/&gt;</a:t>
            </a:r>
            <a:endParaRPr sz="1050">
              <a:latin typeface="Consolas"/>
              <a:cs typeface="Consolas"/>
            </a:endParaRPr>
          </a:p>
          <a:p>
            <a:pPr marL="680720" indent="-668020">
              <a:lnSpc>
                <a:spcPct val="100000"/>
              </a:lnSpc>
              <a:spcBef>
                <a:spcPts val="165"/>
              </a:spcBef>
              <a:buClr>
                <a:srgbClr val="C8D0D9"/>
              </a:buClr>
              <a:buAutoNum type="alphaLcPeriod" startAt="12"/>
              <a:tabLst>
                <a:tab pos="680720" algn="l"/>
              </a:tabLst>
            </a:pPr>
            <a:r>
              <a:rPr sz="1050" dirty="0">
                <a:solidFill>
                  <a:srgbClr val="808080"/>
                </a:solidFill>
                <a:latin typeface="Consolas"/>
                <a:cs typeface="Consolas"/>
              </a:rPr>
              <a:t>&lt;</a:t>
            </a:r>
            <a:r>
              <a:rPr sz="1050" dirty="0">
                <a:solidFill>
                  <a:srgbClr val="7DE786"/>
                </a:solidFill>
                <a:latin typeface="Consolas"/>
                <a:cs typeface="Consolas"/>
              </a:rPr>
              <a:t>hr </a:t>
            </a:r>
            <a:r>
              <a:rPr sz="1050" spc="-25" dirty="0">
                <a:solidFill>
                  <a:srgbClr val="808080"/>
                </a:solidFill>
                <a:latin typeface="Consolas"/>
                <a:cs typeface="Consolas"/>
              </a:rPr>
              <a:t>/&gt;</a:t>
            </a:r>
            <a:endParaRPr sz="1050">
              <a:latin typeface="Consolas"/>
              <a:cs typeface="Consolas"/>
            </a:endParaRPr>
          </a:p>
          <a:p>
            <a:pPr marL="680720" indent="-668020">
              <a:lnSpc>
                <a:spcPct val="100000"/>
              </a:lnSpc>
              <a:spcBef>
                <a:spcPts val="165"/>
              </a:spcBef>
              <a:buClr>
                <a:srgbClr val="C8D0D9"/>
              </a:buClr>
              <a:buAutoNum type="alphaLcPeriod" startAt="12"/>
              <a:tabLst>
                <a:tab pos="680720" algn="l"/>
              </a:tabLst>
            </a:pPr>
            <a:r>
              <a:rPr sz="1050" dirty="0">
                <a:solidFill>
                  <a:srgbClr val="808080"/>
                </a:solidFill>
                <a:latin typeface="Consolas"/>
                <a:cs typeface="Consolas"/>
              </a:rPr>
              <a:t>&lt;</a:t>
            </a:r>
            <a:r>
              <a:rPr sz="1050" dirty="0">
                <a:solidFill>
                  <a:srgbClr val="7DE786"/>
                </a:solidFill>
                <a:latin typeface="Consolas"/>
                <a:cs typeface="Consolas"/>
              </a:rPr>
              <a:t>div </a:t>
            </a:r>
            <a:r>
              <a:rPr sz="1050" dirty="0">
                <a:solidFill>
                  <a:srgbClr val="9CDBFE"/>
                </a:solidFill>
                <a:latin typeface="Consolas"/>
                <a:cs typeface="Consolas"/>
              </a:rPr>
              <a:t>className</a:t>
            </a:r>
            <a:r>
              <a:rPr sz="1050" dirty="0">
                <a:solidFill>
                  <a:srgbClr val="D4D4D4"/>
                </a:solidFill>
                <a:latin typeface="Consolas"/>
                <a:cs typeface="Consolas"/>
              </a:rPr>
              <a:t>=</a:t>
            </a:r>
            <a:r>
              <a:rPr sz="1050" dirty="0">
                <a:solidFill>
                  <a:srgbClr val="A5D5FF"/>
                </a:solidFill>
                <a:latin typeface="Consolas"/>
                <a:cs typeface="Consolas"/>
              </a:rPr>
              <a:t>"app-</a:t>
            </a:r>
            <a:r>
              <a:rPr sz="1050" spc="-10" dirty="0">
                <a:solidFill>
                  <a:srgbClr val="A5D5FF"/>
                </a:solidFill>
                <a:latin typeface="Consolas"/>
                <a:cs typeface="Consolas"/>
              </a:rPr>
              <a:t>content"</a:t>
            </a:r>
            <a:r>
              <a:rPr sz="1050" spc="-10" dirty="0">
                <a:solidFill>
                  <a:srgbClr val="808080"/>
                </a:solidFill>
                <a:latin typeface="Consolas"/>
                <a:cs typeface="Consolas"/>
              </a:rPr>
              <a:t>&gt;</a:t>
            </a:r>
            <a:endParaRPr sz="1050">
              <a:latin typeface="Consolas"/>
              <a:cs typeface="Consolas"/>
            </a:endParaRPr>
          </a:p>
          <a:p>
            <a:pPr marL="827405" indent="-814705">
              <a:lnSpc>
                <a:spcPct val="100000"/>
              </a:lnSpc>
              <a:spcBef>
                <a:spcPts val="165"/>
              </a:spcBef>
              <a:buClr>
                <a:srgbClr val="C8D0D9"/>
              </a:buClr>
              <a:buAutoNum type="alphaLcPeriod" startAt="12"/>
              <a:tabLst>
                <a:tab pos="827405" algn="l"/>
              </a:tabLst>
            </a:pPr>
            <a:r>
              <a:rPr sz="1050" dirty="0">
                <a:solidFill>
                  <a:srgbClr val="808080"/>
                </a:solidFill>
                <a:latin typeface="Consolas"/>
                <a:cs typeface="Consolas"/>
              </a:rPr>
              <a:t>&lt;</a:t>
            </a:r>
            <a:r>
              <a:rPr sz="1050" dirty="0">
                <a:solidFill>
                  <a:srgbClr val="7DE786"/>
                </a:solidFill>
                <a:latin typeface="Consolas"/>
                <a:cs typeface="Consolas"/>
              </a:rPr>
              <a:t>Sidebar </a:t>
            </a:r>
            <a:r>
              <a:rPr sz="1050" spc="-25" dirty="0">
                <a:solidFill>
                  <a:srgbClr val="808080"/>
                </a:solidFill>
                <a:latin typeface="Consolas"/>
                <a:cs typeface="Consolas"/>
              </a:rPr>
              <a:t>/&gt;</a:t>
            </a:r>
            <a:endParaRPr sz="1050">
              <a:latin typeface="Consolas"/>
              <a:cs typeface="Consolas"/>
            </a:endParaRPr>
          </a:p>
          <a:p>
            <a:pPr marL="827405" indent="-814705">
              <a:lnSpc>
                <a:spcPct val="100000"/>
              </a:lnSpc>
              <a:spcBef>
                <a:spcPts val="165"/>
              </a:spcBef>
              <a:buClr>
                <a:srgbClr val="C8D0D9"/>
              </a:buClr>
              <a:buAutoNum type="alphaLcPeriod" startAt="12"/>
              <a:tabLst>
                <a:tab pos="827405" algn="l"/>
              </a:tabLst>
            </a:pPr>
            <a:r>
              <a:rPr sz="1050" spc="-10" dirty="0">
                <a:solidFill>
                  <a:srgbClr val="808080"/>
                </a:solidFill>
                <a:latin typeface="Consolas"/>
                <a:cs typeface="Consolas"/>
              </a:rPr>
              <a:t>&lt;</a:t>
            </a:r>
            <a:r>
              <a:rPr sz="1050" spc="-10" dirty="0">
                <a:solidFill>
                  <a:srgbClr val="7DE786"/>
                </a:solidFill>
                <a:latin typeface="Consolas"/>
                <a:cs typeface="Consolas"/>
              </a:rPr>
              <a:t>Routes</a:t>
            </a:r>
            <a:r>
              <a:rPr sz="1050" spc="-10" dirty="0">
                <a:solidFill>
                  <a:srgbClr val="808080"/>
                </a:solidFill>
                <a:latin typeface="Consolas"/>
                <a:cs typeface="Consolas"/>
              </a:rPr>
              <a:t>&gt;</a:t>
            </a:r>
            <a:endParaRPr sz="1050">
              <a:latin typeface="Consolas"/>
              <a:cs typeface="Consolas"/>
            </a:endParaRPr>
          </a:p>
          <a:p>
            <a:pPr marL="974090" indent="-961390">
              <a:lnSpc>
                <a:spcPct val="100000"/>
              </a:lnSpc>
              <a:spcBef>
                <a:spcPts val="165"/>
              </a:spcBef>
              <a:buClr>
                <a:srgbClr val="C8D0D9"/>
              </a:buClr>
              <a:buAutoNum type="alphaLcPeriod" startAt="12"/>
              <a:tabLst>
                <a:tab pos="974090" algn="l"/>
              </a:tabLst>
            </a:pPr>
            <a:r>
              <a:rPr sz="1050" dirty="0">
                <a:solidFill>
                  <a:srgbClr val="808080"/>
                </a:solidFill>
                <a:latin typeface="Consolas"/>
                <a:cs typeface="Consolas"/>
              </a:rPr>
              <a:t>&lt;</a:t>
            </a:r>
            <a:r>
              <a:rPr sz="1050" dirty="0">
                <a:solidFill>
                  <a:srgbClr val="7DE786"/>
                </a:solidFill>
                <a:latin typeface="Consolas"/>
                <a:cs typeface="Consolas"/>
              </a:rPr>
              <a:t>Route </a:t>
            </a:r>
            <a:r>
              <a:rPr sz="1050" dirty="0">
                <a:solidFill>
                  <a:srgbClr val="9CDBFE"/>
                </a:solidFill>
                <a:latin typeface="Consolas"/>
                <a:cs typeface="Consolas"/>
              </a:rPr>
              <a:t>path</a:t>
            </a:r>
            <a:r>
              <a:rPr sz="1050" dirty="0">
                <a:solidFill>
                  <a:srgbClr val="D4D4D4"/>
                </a:solidFill>
                <a:latin typeface="Consolas"/>
                <a:cs typeface="Consolas"/>
              </a:rPr>
              <a:t>=</a:t>
            </a:r>
            <a:r>
              <a:rPr sz="1050" dirty="0">
                <a:solidFill>
                  <a:srgbClr val="A5D5FF"/>
                </a:solidFill>
                <a:latin typeface="Consolas"/>
                <a:cs typeface="Consolas"/>
              </a:rPr>
              <a:t>"/" </a:t>
            </a:r>
            <a:r>
              <a:rPr sz="1050" dirty="0">
                <a:solidFill>
                  <a:srgbClr val="9CDBFE"/>
                </a:solidFill>
                <a:latin typeface="Consolas"/>
                <a:cs typeface="Consolas"/>
              </a:rPr>
              <a:t>element</a:t>
            </a:r>
            <a:r>
              <a:rPr sz="1050" dirty="0">
                <a:solidFill>
                  <a:srgbClr val="D4D4D4"/>
                </a:solidFill>
                <a:latin typeface="Consolas"/>
                <a:cs typeface="Consolas"/>
              </a:rPr>
              <a:t>=</a:t>
            </a:r>
            <a:r>
              <a:rPr sz="1050" dirty="0">
                <a:solidFill>
                  <a:srgbClr val="FF7B72"/>
                </a:solidFill>
                <a:latin typeface="Consolas"/>
                <a:cs typeface="Consolas"/>
              </a:rPr>
              <a:t>{</a:t>
            </a:r>
            <a:r>
              <a:rPr sz="1050" dirty="0">
                <a:solidFill>
                  <a:srgbClr val="808080"/>
                </a:solidFill>
                <a:latin typeface="Consolas"/>
                <a:cs typeface="Consolas"/>
              </a:rPr>
              <a:t>&lt;</a:t>
            </a:r>
            <a:r>
              <a:rPr sz="1050" dirty="0">
                <a:solidFill>
                  <a:srgbClr val="7DE786"/>
                </a:solidFill>
                <a:latin typeface="Consolas"/>
                <a:cs typeface="Consolas"/>
              </a:rPr>
              <a:t>Login </a:t>
            </a:r>
            <a:r>
              <a:rPr sz="1050" dirty="0">
                <a:solidFill>
                  <a:srgbClr val="9CDBFE"/>
                </a:solidFill>
                <a:latin typeface="Consolas"/>
                <a:cs typeface="Consolas"/>
              </a:rPr>
              <a:t>url</a:t>
            </a:r>
            <a:r>
              <a:rPr sz="1050" dirty="0">
                <a:solidFill>
                  <a:srgbClr val="D4D4D4"/>
                </a:solidFill>
                <a:latin typeface="Consolas"/>
                <a:cs typeface="Consolas"/>
              </a:rPr>
              <a:t>=</a:t>
            </a:r>
            <a:r>
              <a:rPr sz="1050" dirty="0">
                <a:solidFill>
                  <a:srgbClr val="FF7B72"/>
                </a:solidFill>
                <a:latin typeface="Consolas"/>
                <a:cs typeface="Consolas"/>
              </a:rPr>
              <a:t>{</a:t>
            </a:r>
            <a:r>
              <a:rPr sz="1050" dirty="0">
                <a:solidFill>
                  <a:srgbClr val="78BFFF"/>
                </a:solidFill>
                <a:latin typeface="Consolas"/>
                <a:cs typeface="Consolas"/>
              </a:rPr>
              <a:t>url</a:t>
            </a:r>
            <a:r>
              <a:rPr sz="1050" dirty="0">
                <a:solidFill>
                  <a:srgbClr val="FF7B72"/>
                </a:solidFill>
                <a:latin typeface="Consolas"/>
                <a:cs typeface="Consolas"/>
              </a:rPr>
              <a:t>}</a:t>
            </a:r>
            <a:r>
              <a:rPr sz="1050" dirty="0">
                <a:solidFill>
                  <a:srgbClr val="808080"/>
                </a:solidFill>
                <a:latin typeface="Consolas"/>
                <a:cs typeface="Consolas"/>
              </a:rPr>
              <a:t>/&gt;</a:t>
            </a:r>
            <a:r>
              <a:rPr sz="1050" dirty="0">
                <a:solidFill>
                  <a:srgbClr val="FF7B72"/>
                </a:solidFill>
                <a:latin typeface="Consolas"/>
                <a:cs typeface="Consolas"/>
              </a:rPr>
              <a:t>} </a:t>
            </a:r>
            <a:r>
              <a:rPr sz="1050" spc="-25" dirty="0">
                <a:solidFill>
                  <a:srgbClr val="808080"/>
                </a:solidFill>
                <a:latin typeface="Consolas"/>
                <a:cs typeface="Consolas"/>
              </a:rPr>
              <a:t>/&gt;</a:t>
            </a:r>
            <a:endParaRPr sz="1050">
              <a:latin typeface="Consolas"/>
              <a:cs typeface="Consolas"/>
            </a:endParaRPr>
          </a:p>
          <a:p>
            <a:pPr marL="974090" indent="-961390">
              <a:lnSpc>
                <a:spcPct val="100000"/>
              </a:lnSpc>
              <a:spcBef>
                <a:spcPts val="165"/>
              </a:spcBef>
              <a:buClr>
                <a:srgbClr val="C8D0D9"/>
              </a:buClr>
              <a:buAutoNum type="alphaLcPeriod" startAt="12"/>
              <a:tabLst>
                <a:tab pos="974090" algn="l"/>
              </a:tabLst>
            </a:pPr>
            <a:r>
              <a:rPr sz="1050" dirty="0">
                <a:solidFill>
                  <a:srgbClr val="808080"/>
                </a:solidFill>
                <a:latin typeface="Consolas"/>
                <a:cs typeface="Consolas"/>
              </a:rPr>
              <a:t>&lt;</a:t>
            </a:r>
            <a:r>
              <a:rPr sz="1050" dirty="0">
                <a:solidFill>
                  <a:srgbClr val="7DE786"/>
                </a:solidFill>
                <a:latin typeface="Consolas"/>
                <a:cs typeface="Consolas"/>
              </a:rPr>
              <a:t>Route </a:t>
            </a:r>
            <a:r>
              <a:rPr sz="1050" dirty="0">
                <a:solidFill>
                  <a:srgbClr val="9CDBFE"/>
                </a:solidFill>
                <a:latin typeface="Consolas"/>
                <a:cs typeface="Consolas"/>
              </a:rPr>
              <a:t>path</a:t>
            </a:r>
            <a:r>
              <a:rPr sz="1050" dirty="0">
                <a:solidFill>
                  <a:srgbClr val="D4D4D4"/>
                </a:solidFill>
                <a:latin typeface="Consolas"/>
                <a:cs typeface="Consolas"/>
              </a:rPr>
              <a:t>=</a:t>
            </a:r>
            <a:r>
              <a:rPr sz="1050" dirty="0">
                <a:solidFill>
                  <a:srgbClr val="A5D5FF"/>
                </a:solidFill>
                <a:latin typeface="Consolas"/>
                <a:cs typeface="Consolas"/>
              </a:rPr>
              <a:t>"/add" </a:t>
            </a:r>
            <a:r>
              <a:rPr sz="1050" dirty="0">
                <a:solidFill>
                  <a:srgbClr val="9CDBFE"/>
                </a:solidFill>
                <a:latin typeface="Consolas"/>
                <a:cs typeface="Consolas"/>
              </a:rPr>
              <a:t>element</a:t>
            </a:r>
            <a:r>
              <a:rPr sz="1050" dirty="0">
                <a:solidFill>
                  <a:srgbClr val="D4D4D4"/>
                </a:solidFill>
                <a:latin typeface="Consolas"/>
                <a:cs typeface="Consolas"/>
              </a:rPr>
              <a:t>=</a:t>
            </a:r>
            <a:r>
              <a:rPr sz="1050" dirty="0">
                <a:solidFill>
                  <a:srgbClr val="FF7B72"/>
                </a:solidFill>
                <a:latin typeface="Consolas"/>
                <a:cs typeface="Consolas"/>
              </a:rPr>
              <a:t>{</a:t>
            </a:r>
            <a:r>
              <a:rPr sz="1050" dirty="0">
                <a:solidFill>
                  <a:srgbClr val="808080"/>
                </a:solidFill>
                <a:latin typeface="Consolas"/>
                <a:cs typeface="Consolas"/>
              </a:rPr>
              <a:t>&lt;</a:t>
            </a:r>
            <a:r>
              <a:rPr sz="1050" dirty="0">
                <a:solidFill>
                  <a:srgbClr val="7DE786"/>
                </a:solidFill>
                <a:latin typeface="Consolas"/>
                <a:cs typeface="Consolas"/>
              </a:rPr>
              <a:t>Add </a:t>
            </a:r>
            <a:r>
              <a:rPr sz="1050" dirty="0">
                <a:solidFill>
                  <a:srgbClr val="9CDBFE"/>
                </a:solidFill>
                <a:latin typeface="Consolas"/>
                <a:cs typeface="Consolas"/>
              </a:rPr>
              <a:t>url</a:t>
            </a:r>
            <a:r>
              <a:rPr sz="1050" dirty="0">
                <a:solidFill>
                  <a:srgbClr val="D4D4D4"/>
                </a:solidFill>
                <a:latin typeface="Consolas"/>
                <a:cs typeface="Consolas"/>
              </a:rPr>
              <a:t>=</a:t>
            </a:r>
            <a:r>
              <a:rPr sz="1050" dirty="0">
                <a:solidFill>
                  <a:srgbClr val="FF7B72"/>
                </a:solidFill>
                <a:latin typeface="Consolas"/>
                <a:cs typeface="Consolas"/>
              </a:rPr>
              <a:t>{</a:t>
            </a:r>
            <a:r>
              <a:rPr sz="1050" dirty="0">
                <a:solidFill>
                  <a:srgbClr val="78BFFF"/>
                </a:solidFill>
                <a:latin typeface="Consolas"/>
                <a:cs typeface="Consolas"/>
              </a:rPr>
              <a:t>url</a:t>
            </a:r>
            <a:r>
              <a:rPr sz="1050" dirty="0">
                <a:solidFill>
                  <a:srgbClr val="FF7B72"/>
                </a:solidFill>
                <a:latin typeface="Consolas"/>
                <a:cs typeface="Consolas"/>
              </a:rPr>
              <a:t>}</a:t>
            </a:r>
            <a:r>
              <a:rPr sz="1050" dirty="0">
                <a:solidFill>
                  <a:srgbClr val="808080"/>
                </a:solidFill>
                <a:latin typeface="Consolas"/>
                <a:cs typeface="Consolas"/>
              </a:rPr>
              <a:t>/&gt;</a:t>
            </a:r>
            <a:r>
              <a:rPr sz="1050" dirty="0">
                <a:solidFill>
                  <a:srgbClr val="FF7B72"/>
                </a:solidFill>
                <a:latin typeface="Consolas"/>
                <a:cs typeface="Consolas"/>
              </a:rPr>
              <a:t>} </a:t>
            </a:r>
            <a:r>
              <a:rPr sz="1050" spc="-25" dirty="0">
                <a:solidFill>
                  <a:srgbClr val="808080"/>
                </a:solidFill>
                <a:latin typeface="Consolas"/>
                <a:cs typeface="Consolas"/>
              </a:rPr>
              <a:t>/&gt;</a:t>
            </a:r>
            <a:endParaRPr sz="1050">
              <a:latin typeface="Consolas"/>
              <a:cs typeface="Consolas"/>
            </a:endParaRPr>
          </a:p>
          <a:p>
            <a:pPr marL="974090" indent="-961390">
              <a:lnSpc>
                <a:spcPct val="100000"/>
              </a:lnSpc>
              <a:spcBef>
                <a:spcPts val="165"/>
              </a:spcBef>
              <a:buClr>
                <a:srgbClr val="C8D0D9"/>
              </a:buClr>
              <a:buAutoNum type="alphaLcPeriod" startAt="12"/>
              <a:tabLst>
                <a:tab pos="974090" algn="l"/>
              </a:tabLst>
            </a:pPr>
            <a:r>
              <a:rPr sz="1050" dirty="0">
                <a:solidFill>
                  <a:srgbClr val="808080"/>
                </a:solidFill>
                <a:latin typeface="Consolas"/>
                <a:cs typeface="Consolas"/>
              </a:rPr>
              <a:t>&lt;</a:t>
            </a:r>
            <a:r>
              <a:rPr sz="1050" dirty="0">
                <a:solidFill>
                  <a:srgbClr val="7DE786"/>
                </a:solidFill>
                <a:latin typeface="Consolas"/>
                <a:cs typeface="Consolas"/>
              </a:rPr>
              <a:t>Route </a:t>
            </a:r>
            <a:r>
              <a:rPr sz="1050" dirty="0">
                <a:solidFill>
                  <a:srgbClr val="9CDBFE"/>
                </a:solidFill>
                <a:latin typeface="Consolas"/>
                <a:cs typeface="Consolas"/>
              </a:rPr>
              <a:t>path</a:t>
            </a:r>
            <a:r>
              <a:rPr sz="1050" dirty="0">
                <a:solidFill>
                  <a:srgbClr val="D4D4D4"/>
                </a:solidFill>
                <a:latin typeface="Consolas"/>
                <a:cs typeface="Consolas"/>
              </a:rPr>
              <a:t>=</a:t>
            </a:r>
            <a:r>
              <a:rPr sz="1050" dirty="0">
                <a:solidFill>
                  <a:srgbClr val="A5D5FF"/>
                </a:solidFill>
                <a:latin typeface="Consolas"/>
                <a:cs typeface="Consolas"/>
              </a:rPr>
              <a:t>"/list" </a:t>
            </a:r>
            <a:r>
              <a:rPr sz="1050" dirty="0">
                <a:solidFill>
                  <a:srgbClr val="9CDBFE"/>
                </a:solidFill>
                <a:latin typeface="Consolas"/>
                <a:cs typeface="Consolas"/>
              </a:rPr>
              <a:t>element</a:t>
            </a:r>
            <a:r>
              <a:rPr sz="1050" dirty="0">
                <a:solidFill>
                  <a:srgbClr val="D4D4D4"/>
                </a:solidFill>
                <a:latin typeface="Consolas"/>
                <a:cs typeface="Consolas"/>
              </a:rPr>
              <a:t>=</a:t>
            </a:r>
            <a:r>
              <a:rPr sz="1050" dirty="0">
                <a:solidFill>
                  <a:srgbClr val="FF7B72"/>
                </a:solidFill>
                <a:latin typeface="Consolas"/>
                <a:cs typeface="Consolas"/>
              </a:rPr>
              <a:t>{</a:t>
            </a:r>
            <a:r>
              <a:rPr sz="1050" dirty="0">
                <a:solidFill>
                  <a:srgbClr val="808080"/>
                </a:solidFill>
                <a:latin typeface="Consolas"/>
                <a:cs typeface="Consolas"/>
              </a:rPr>
              <a:t>&lt;</a:t>
            </a:r>
            <a:r>
              <a:rPr sz="1050" dirty="0">
                <a:solidFill>
                  <a:srgbClr val="7DE786"/>
                </a:solidFill>
                <a:latin typeface="Consolas"/>
                <a:cs typeface="Consolas"/>
              </a:rPr>
              <a:t>List </a:t>
            </a:r>
            <a:r>
              <a:rPr sz="1050" dirty="0">
                <a:solidFill>
                  <a:srgbClr val="9CDBFE"/>
                </a:solidFill>
                <a:latin typeface="Consolas"/>
                <a:cs typeface="Consolas"/>
              </a:rPr>
              <a:t>url</a:t>
            </a:r>
            <a:r>
              <a:rPr sz="1050" dirty="0">
                <a:solidFill>
                  <a:srgbClr val="D4D4D4"/>
                </a:solidFill>
                <a:latin typeface="Consolas"/>
                <a:cs typeface="Consolas"/>
              </a:rPr>
              <a:t>=</a:t>
            </a:r>
            <a:r>
              <a:rPr sz="1050" dirty="0">
                <a:solidFill>
                  <a:srgbClr val="FF7B72"/>
                </a:solidFill>
                <a:latin typeface="Consolas"/>
                <a:cs typeface="Consolas"/>
              </a:rPr>
              <a:t>{</a:t>
            </a:r>
            <a:r>
              <a:rPr sz="1050" dirty="0">
                <a:solidFill>
                  <a:srgbClr val="78BFFF"/>
                </a:solidFill>
                <a:latin typeface="Consolas"/>
                <a:cs typeface="Consolas"/>
              </a:rPr>
              <a:t>url</a:t>
            </a:r>
            <a:r>
              <a:rPr sz="1050" dirty="0">
                <a:solidFill>
                  <a:srgbClr val="FF7B72"/>
                </a:solidFill>
                <a:latin typeface="Consolas"/>
                <a:cs typeface="Consolas"/>
              </a:rPr>
              <a:t>}</a:t>
            </a:r>
            <a:r>
              <a:rPr sz="1050" dirty="0">
                <a:solidFill>
                  <a:srgbClr val="808080"/>
                </a:solidFill>
                <a:latin typeface="Consolas"/>
                <a:cs typeface="Consolas"/>
              </a:rPr>
              <a:t>/&gt;</a:t>
            </a:r>
            <a:r>
              <a:rPr sz="1050" dirty="0">
                <a:solidFill>
                  <a:srgbClr val="FF7B72"/>
                </a:solidFill>
                <a:latin typeface="Consolas"/>
                <a:cs typeface="Consolas"/>
              </a:rPr>
              <a:t>} </a:t>
            </a:r>
            <a:r>
              <a:rPr sz="1050" spc="-25" dirty="0">
                <a:solidFill>
                  <a:srgbClr val="808080"/>
                </a:solidFill>
                <a:latin typeface="Consolas"/>
                <a:cs typeface="Consolas"/>
              </a:rPr>
              <a:t>/&gt;</a:t>
            </a:r>
            <a:endParaRPr sz="1050">
              <a:latin typeface="Consolas"/>
              <a:cs typeface="Consolas"/>
            </a:endParaRPr>
          </a:p>
          <a:p>
            <a:pPr marL="974090" indent="-961390">
              <a:lnSpc>
                <a:spcPct val="100000"/>
              </a:lnSpc>
              <a:spcBef>
                <a:spcPts val="165"/>
              </a:spcBef>
              <a:buClr>
                <a:srgbClr val="C8D0D9"/>
              </a:buClr>
              <a:buAutoNum type="alphaLcPeriod" startAt="12"/>
              <a:tabLst>
                <a:tab pos="974090" algn="l"/>
              </a:tabLst>
            </a:pPr>
            <a:r>
              <a:rPr sz="1050" dirty="0">
                <a:solidFill>
                  <a:srgbClr val="808080"/>
                </a:solidFill>
                <a:latin typeface="Consolas"/>
                <a:cs typeface="Consolas"/>
              </a:rPr>
              <a:t>&lt;</a:t>
            </a:r>
            <a:r>
              <a:rPr sz="1050" dirty="0">
                <a:solidFill>
                  <a:srgbClr val="7DE786"/>
                </a:solidFill>
                <a:latin typeface="Consolas"/>
                <a:cs typeface="Consolas"/>
              </a:rPr>
              <a:t>Route </a:t>
            </a:r>
            <a:r>
              <a:rPr sz="1050" dirty="0">
                <a:solidFill>
                  <a:srgbClr val="9CDBFE"/>
                </a:solidFill>
                <a:latin typeface="Consolas"/>
                <a:cs typeface="Consolas"/>
              </a:rPr>
              <a:t>path</a:t>
            </a:r>
            <a:r>
              <a:rPr sz="1050" dirty="0">
                <a:solidFill>
                  <a:srgbClr val="D4D4D4"/>
                </a:solidFill>
                <a:latin typeface="Consolas"/>
                <a:cs typeface="Consolas"/>
              </a:rPr>
              <a:t>=</a:t>
            </a:r>
            <a:r>
              <a:rPr sz="1050" dirty="0">
                <a:solidFill>
                  <a:srgbClr val="A5D5FF"/>
                </a:solidFill>
                <a:latin typeface="Consolas"/>
                <a:cs typeface="Consolas"/>
              </a:rPr>
              <a:t>"/orders" </a:t>
            </a:r>
            <a:r>
              <a:rPr sz="1050" dirty="0">
                <a:solidFill>
                  <a:srgbClr val="9CDBFE"/>
                </a:solidFill>
                <a:latin typeface="Consolas"/>
                <a:cs typeface="Consolas"/>
              </a:rPr>
              <a:t>element</a:t>
            </a:r>
            <a:r>
              <a:rPr sz="1050" dirty="0">
                <a:solidFill>
                  <a:srgbClr val="D4D4D4"/>
                </a:solidFill>
                <a:latin typeface="Consolas"/>
                <a:cs typeface="Consolas"/>
              </a:rPr>
              <a:t>=</a:t>
            </a:r>
            <a:r>
              <a:rPr sz="1050" dirty="0">
                <a:solidFill>
                  <a:srgbClr val="FF7B72"/>
                </a:solidFill>
                <a:latin typeface="Consolas"/>
                <a:cs typeface="Consolas"/>
              </a:rPr>
              <a:t>{</a:t>
            </a:r>
            <a:r>
              <a:rPr sz="1050" dirty="0">
                <a:solidFill>
                  <a:srgbClr val="808080"/>
                </a:solidFill>
                <a:latin typeface="Consolas"/>
                <a:cs typeface="Consolas"/>
              </a:rPr>
              <a:t>&lt;</a:t>
            </a:r>
            <a:r>
              <a:rPr sz="1050" dirty="0">
                <a:solidFill>
                  <a:srgbClr val="7DE786"/>
                </a:solidFill>
                <a:latin typeface="Consolas"/>
                <a:cs typeface="Consolas"/>
              </a:rPr>
              <a:t>Orders </a:t>
            </a:r>
            <a:r>
              <a:rPr sz="1050" dirty="0">
                <a:solidFill>
                  <a:srgbClr val="9CDBFE"/>
                </a:solidFill>
                <a:latin typeface="Consolas"/>
                <a:cs typeface="Consolas"/>
              </a:rPr>
              <a:t>url</a:t>
            </a:r>
            <a:r>
              <a:rPr sz="1050" dirty="0">
                <a:solidFill>
                  <a:srgbClr val="D4D4D4"/>
                </a:solidFill>
                <a:latin typeface="Consolas"/>
                <a:cs typeface="Consolas"/>
              </a:rPr>
              <a:t>=</a:t>
            </a:r>
            <a:r>
              <a:rPr sz="1050" dirty="0">
                <a:solidFill>
                  <a:srgbClr val="FF7B72"/>
                </a:solidFill>
                <a:latin typeface="Consolas"/>
                <a:cs typeface="Consolas"/>
              </a:rPr>
              <a:t>{</a:t>
            </a:r>
            <a:r>
              <a:rPr sz="1050" dirty="0">
                <a:solidFill>
                  <a:srgbClr val="78BFFF"/>
                </a:solidFill>
                <a:latin typeface="Consolas"/>
                <a:cs typeface="Consolas"/>
              </a:rPr>
              <a:t>url</a:t>
            </a:r>
            <a:r>
              <a:rPr sz="1050" dirty="0">
                <a:solidFill>
                  <a:srgbClr val="FF7B72"/>
                </a:solidFill>
                <a:latin typeface="Consolas"/>
                <a:cs typeface="Consolas"/>
              </a:rPr>
              <a:t>}</a:t>
            </a:r>
            <a:r>
              <a:rPr sz="1050" dirty="0">
                <a:solidFill>
                  <a:srgbClr val="808080"/>
                </a:solidFill>
                <a:latin typeface="Consolas"/>
                <a:cs typeface="Consolas"/>
              </a:rPr>
              <a:t>/&gt;</a:t>
            </a:r>
            <a:r>
              <a:rPr sz="1050" dirty="0">
                <a:solidFill>
                  <a:srgbClr val="FF7B72"/>
                </a:solidFill>
                <a:latin typeface="Consolas"/>
                <a:cs typeface="Consolas"/>
              </a:rPr>
              <a:t>} </a:t>
            </a:r>
            <a:r>
              <a:rPr sz="1050" spc="-25" dirty="0">
                <a:solidFill>
                  <a:srgbClr val="808080"/>
                </a:solidFill>
                <a:latin typeface="Consolas"/>
                <a:cs typeface="Consolas"/>
              </a:rPr>
              <a:t>/&gt;</a:t>
            </a:r>
            <a:endParaRPr sz="1050">
              <a:latin typeface="Consolas"/>
              <a:cs typeface="Consolas"/>
            </a:endParaRPr>
          </a:p>
          <a:p>
            <a:pPr marL="12700" marR="3606165" indent="732790">
              <a:lnSpc>
                <a:spcPct val="113100"/>
              </a:lnSpc>
              <a:buAutoNum type="alphaLcPeriod" startAt="12"/>
              <a:tabLst>
                <a:tab pos="745490" algn="l"/>
                <a:tab pos="892175" algn="l"/>
              </a:tabLst>
            </a:pP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	</a:t>
            </a:r>
            <a:r>
              <a:rPr sz="1050" spc="-10" dirty="0">
                <a:solidFill>
                  <a:srgbClr val="808080"/>
                </a:solidFill>
                <a:latin typeface="Consolas"/>
                <a:cs typeface="Consolas"/>
              </a:rPr>
              <a:t>&lt;/</a:t>
            </a:r>
            <a:r>
              <a:rPr sz="1050" spc="-10" dirty="0">
                <a:solidFill>
                  <a:srgbClr val="7DE786"/>
                </a:solidFill>
                <a:latin typeface="Consolas"/>
                <a:cs typeface="Consolas"/>
              </a:rPr>
              <a:t>Routes</a:t>
            </a:r>
            <a:r>
              <a:rPr sz="1050" spc="-10" dirty="0">
                <a:solidFill>
                  <a:srgbClr val="808080"/>
                </a:solidFill>
                <a:latin typeface="Consolas"/>
                <a:cs typeface="Consolas"/>
              </a:rPr>
              <a:t>&gt; </a:t>
            </a:r>
            <a:r>
              <a:rPr sz="1050" spc="-25" dirty="0">
                <a:solidFill>
                  <a:srgbClr val="C8D0D9"/>
                </a:solidFill>
                <a:latin typeface="Consolas"/>
                <a:cs typeface="Consolas"/>
              </a:rPr>
              <a:t>ab.</a:t>
            </a: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	</a:t>
            </a:r>
            <a:r>
              <a:rPr sz="1050" spc="-10" dirty="0">
                <a:solidFill>
                  <a:srgbClr val="808080"/>
                </a:solidFill>
                <a:latin typeface="Consolas"/>
                <a:cs typeface="Consolas"/>
              </a:rPr>
              <a:t>&lt;/</a:t>
            </a:r>
            <a:r>
              <a:rPr sz="1050" spc="-10" dirty="0">
                <a:solidFill>
                  <a:srgbClr val="7DE786"/>
                </a:solidFill>
                <a:latin typeface="Consolas"/>
                <a:cs typeface="Consolas"/>
              </a:rPr>
              <a:t>div</a:t>
            </a:r>
            <a:r>
              <a:rPr sz="1050" spc="-10" dirty="0">
                <a:solidFill>
                  <a:srgbClr val="808080"/>
                </a:solidFill>
                <a:latin typeface="Consolas"/>
                <a:cs typeface="Consolas"/>
              </a:rPr>
              <a:t>&gt;</a:t>
            </a:r>
            <a:endParaRPr sz="1050">
              <a:latin typeface="Consolas"/>
              <a:cs typeface="Consolas"/>
            </a:endParaRPr>
          </a:p>
          <a:p>
            <a:pPr marL="12700" marR="4119245">
              <a:lnSpc>
                <a:spcPct val="113100"/>
              </a:lnSpc>
              <a:tabLst>
                <a:tab pos="452120" algn="l"/>
                <a:tab pos="598805" algn="l"/>
              </a:tabLst>
            </a:pPr>
            <a:r>
              <a:rPr sz="1050" spc="-25" dirty="0">
                <a:solidFill>
                  <a:srgbClr val="C8D0D9"/>
                </a:solidFill>
                <a:latin typeface="Consolas"/>
                <a:cs typeface="Consolas"/>
              </a:rPr>
              <a:t>ac.</a:t>
            </a: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		</a:t>
            </a:r>
            <a:r>
              <a:rPr sz="1050" spc="-10" dirty="0">
                <a:solidFill>
                  <a:srgbClr val="808080"/>
                </a:solidFill>
                <a:latin typeface="Consolas"/>
                <a:cs typeface="Consolas"/>
              </a:rPr>
              <a:t>&lt;/</a:t>
            </a:r>
            <a:r>
              <a:rPr sz="1050" spc="-10" dirty="0">
                <a:solidFill>
                  <a:srgbClr val="7DE786"/>
                </a:solidFill>
                <a:latin typeface="Consolas"/>
                <a:cs typeface="Consolas"/>
              </a:rPr>
              <a:t>div</a:t>
            </a:r>
            <a:r>
              <a:rPr sz="1050" spc="-10" dirty="0">
                <a:solidFill>
                  <a:srgbClr val="808080"/>
                </a:solidFill>
                <a:latin typeface="Consolas"/>
                <a:cs typeface="Consolas"/>
              </a:rPr>
              <a:t>&gt; </a:t>
            </a:r>
            <a:r>
              <a:rPr sz="1050" spc="-25" dirty="0">
                <a:solidFill>
                  <a:srgbClr val="C8D0D9"/>
                </a:solidFill>
                <a:latin typeface="Consolas"/>
                <a:cs typeface="Consolas"/>
              </a:rPr>
              <a:t>ad.</a:t>
            </a: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	</a:t>
            </a:r>
            <a:r>
              <a:rPr sz="1050" spc="-25" dirty="0">
                <a:solidFill>
                  <a:srgbClr val="C8D0D9"/>
                </a:solidFill>
                <a:latin typeface="Consolas"/>
                <a:cs typeface="Consolas"/>
              </a:rPr>
              <a:t>);</a:t>
            </a:r>
            <a:endParaRPr sz="105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  <a:spcBef>
                <a:spcPts val="165"/>
              </a:spcBef>
            </a:pP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ae.</a:t>
            </a:r>
            <a:r>
              <a:rPr sz="1050" spc="-5" dirty="0">
                <a:solidFill>
                  <a:srgbClr val="C8D0D9"/>
                </a:solidFill>
                <a:latin typeface="Consolas"/>
                <a:cs typeface="Consolas"/>
              </a:rPr>
              <a:t> </a:t>
            </a:r>
            <a:r>
              <a:rPr sz="1050" spc="-25" dirty="0">
                <a:solidFill>
                  <a:srgbClr val="C8D0D9"/>
                </a:solidFill>
                <a:latin typeface="Consolas"/>
                <a:cs typeface="Consolas"/>
              </a:rPr>
              <a:t>}</a:t>
            </a:r>
            <a:r>
              <a:rPr sz="1050" spc="-25" dirty="0">
                <a:solidFill>
                  <a:srgbClr val="BABEBE"/>
                </a:solidFill>
                <a:latin typeface="Consolas"/>
                <a:cs typeface="Consolas"/>
              </a:rPr>
              <a:t>;</a:t>
            </a:r>
            <a:endParaRPr sz="1050">
              <a:latin typeface="Consolas"/>
              <a:cs typeface="Consolas"/>
            </a:endParaRPr>
          </a:p>
          <a:p>
            <a:pPr marL="12700">
              <a:lnSpc>
                <a:spcPts val="1395"/>
              </a:lnSpc>
              <a:spcBef>
                <a:spcPts val="15"/>
              </a:spcBef>
            </a:pPr>
            <a:r>
              <a:rPr sz="1200" spc="-25" dirty="0">
                <a:latin typeface="Arial"/>
                <a:cs typeface="Arial"/>
              </a:rPr>
              <a:t>af.</a:t>
            </a:r>
            <a:endParaRPr sz="1200">
              <a:latin typeface="Arial"/>
              <a:cs typeface="Arial"/>
            </a:endParaRPr>
          </a:p>
          <a:p>
            <a:pPr marL="12700">
              <a:lnSpc>
                <a:spcPts val="1215"/>
              </a:lnSpc>
            </a:pP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ag.</a:t>
            </a:r>
            <a:r>
              <a:rPr sz="1050" spc="-5" dirty="0">
                <a:solidFill>
                  <a:srgbClr val="C486BF"/>
                </a:solidFill>
                <a:latin typeface="Consolas"/>
                <a:cs typeface="Consolas"/>
              </a:rPr>
              <a:t> </a:t>
            </a: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export default </a:t>
            </a:r>
            <a:r>
              <a:rPr sz="1050" spc="-20" dirty="0">
                <a:solidFill>
                  <a:srgbClr val="D1A7FF"/>
                </a:solidFill>
                <a:latin typeface="Consolas"/>
                <a:cs typeface="Consolas"/>
              </a:rPr>
              <a:t>App</a:t>
            </a:r>
            <a:r>
              <a:rPr sz="1050" spc="-20" dirty="0">
                <a:solidFill>
                  <a:srgbClr val="BABEBE"/>
                </a:solidFill>
                <a:latin typeface="Consolas"/>
                <a:cs typeface="Consolas"/>
              </a:rPr>
              <a:t>;</a:t>
            </a:r>
            <a:endParaRPr sz="105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sz="1200" spc="-25" dirty="0">
                <a:latin typeface="Arial"/>
                <a:cs typeface="Arial"/>
              </a:rPr>
              <a:t>ah.</a:t>
            </a:r>
            <a:endParaRPr sz="120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39724" y="6562787"/>
            <a:ext cx="3618229" cy="34969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latin typeface="Times New Roman"/>
                <a:cs typeface="Times New Roman"/>
              </a:rPr>
              <a:t>b.</a:t>
            </a:r>
            <a:r>
              <a:rPr sz="1400" b="1" spc="-10" dirty="0">
                <a:latin typeface="Times New Roman"/>
                <a:cs typeface="Times New Roman"/>
              </a:rPr>
              <a:t> Server.js</a:t>
            </a:r>
            <a:endParaRPr sz="1400">
              <a:latin typeface="Times New Roman"/>
              <a:cs typeface="Times New Roman"/>
            </a:endParaRPr>
          </a:p>
          <a:p>
            <a:pPr marL="12700" marR="1397635">
              <a:lnSpc>
                <a:spcPct val="226200"/>
              </a:lnSpc>
              <a:spcBef>
                <a:spcPts val="5"/>
              </a:spcBef>
            </a:pP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import </a:t>
            </a: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express </a:t>
            </a: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from </a:t>
            </a:r>
            <a:r>
              <a:rPr sz="1050" spc="-10" dirty="0">
                <a:solidFill>
                  <a:srgbClr val="A5D5FF"/>
                </a:solidFill>
                <a:latin typeface="Consolas"/>
                <a:cs typeface="Consolas"/>
              </a:rPr>
              <a:t>"express"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; </a:t>
            </a: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import </a:t>
            </a: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cors </a:t>
            </a: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from </a:t>
            </a:r>
            <a:r>
              <a:rPr sz="1050" spc="-10" dirty="0">
                <a:solidFill>
                  <a:srgbClr val="A5D5FF"/>
                </a:solidFill>
                <a:latin typeface="Consolas"/>
                <a:cs typeface="Consolas"/>
              </a:rPr>
              <a:t>"cors"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;</a:t>
            </a:r>
            <a:endParaRPr sz="1050">
              <a:latin typeface="Consolas"/>
              <a:cs typeface="Consolas"/>
            </a:endParaRPr>
          </a:p>
          <a:p>
            <a:pPr marL="12700" marR="151130">
              <a:lnSpc>
                <a:spcPct val="226200"/>
              </a:lnSpc>
            </a:pP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import </a:t>
            </a: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{ connectDB } </a:t>
            </a: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from </a:t>
            </a:r>
            <a:r>
              <a:rPr sz="1050" spc="-10" dirty="0">
                <a:solidFill>
                  <a:srgbClr val="A5D5FF"/>
                </a:solidFill>
                <a:latin typeface="Consolas"/>
                <a:cs typeface="Consolas"/>
              </a:rPr>
              <a:t>"./config/db.js"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; </a:t>
            </a: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import </a:t>
            </a: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foodRouter </a:t>
            </a: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from </a:t>
            </a:r>
            <a:r>
              <a:rPr sz="1050" spc="-10" dirty="0">
                <a:solidFill>
                  <a:srgbClr val="A5D5FF"/>
                </a:solidFill>
                <a:latin typeface="Consolas"/>
                <a:cs typeface="Consolas"/>
              </a:rPr>
              <a:t>"./routes/foodRoute.js"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; </a:t>
            </a: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import </a:t>
            </a: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userRouter </a:t>
            </a: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from </a:t>
            </a:r>
            <a:r>
              <a:rPr sz="1050" spc="-10" dirty="0">
                <a:solidFill>
                  <a:srgbClr val="A5D5FF"/>
                </a:solidFill>
                <a:latin typeface="Consolas"/>
                <a:cs typeface="Consolas"/>
              </a:rPr>
              <a:t>"./routes/userRoute.js"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; </a:t>
            </a: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import</a:t>
            </a:r>
            <a:r>
              <a:rPr sz="1050" spc="-10" dirty="0">
                <a:solidFill>
                  <a:srgbClr val="C486BF"/>
                </a:solidFill>
                <a:latin typeface="Consolas"/>
                <a:cs typeface="Consolas"/>
              </a:rPr>
              <a:t> </a:t>
            </a:r>
            <a:r>
              <a:rPr sz="1050" spc="-10" dirty="0">
                <a:solidFill>
                  <a:srgbClr val="A5D5FF"/>
                </a:solidFill>
                <a:latin typeface="Consolas"/>
                <a:cs typeface="Consolas"/>
              </a:rPr>
              <a:t>"dotenv/config"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;</a:t>
            </a:r>
            <a:endParaRPr sz="1050">
              <a:latin typeface="Consolas"/>
              <a:cs typeface="Consolas"/>
            </a:endParaRPr>
          </a:p>
          <a:p>
            <a:pPr marL="12700" marR="5080">
              <a:lnSpc>
                <a:spcPct val="226200"/>
              </a:lnSpc>
            </a:pP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import </a:t>
            </a: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cartRouter </a:t>
            </a: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from </a:t>
            </a:r>
            <a:r>
              <a:rPr sz="1050" spc="-10" dirty="0">
                <a:solidFill>
                  <a:srgbClr val="A5D5FF"/>
                </a:solidFill>
                <a:latin typeface="Consolas"/>
                <a:cs typeface="Consolas"/>
              </a:rPr>
              <a:t>"./routes/cartRoute.js"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; </a:t>
            </a: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import</a:t>
            </a:r>
            <a:r>
              <a:rPr sz="1050" spc="-10" dirty="0">
                <a:solidFill>
                  <a:srgbClr val="C486BF"/>
                </a:solidFill>
                <a:latin typeface="Consolas"/>
                <a:cs typeface="Consolas"/>
              </a:rPr>
              <a:t> </a:t>
            </a: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orderRouter </a:t>
            </a: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from </a:t>
            </a:r>
            <a:r>
              <a:rPr sz="1050" spc="-10" dirty="0">
                <a:solidFill>
                  <a:srgbClr val="A5D5FF"/>
                </a:solidFill>
                <a:latin typeface="Consolas"/>
                <a:cs typeface="Consolas"/>
              </a:rPr>
              <a:t>"./routes/orderRoute.js"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; </a:t>
            </a: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import </a:t>
            </a: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morgan </a:t>
            </a: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from </a:t>
            </a:r>
            <a:r>
              <a:rPr sz="1050" spc="-10" dirty="0">
                <a:solidFill>
                  <a:srgbClr val="A5D5FF"/>
                </a:solidFill>
                <a:latin typeface="Consolas"/>
                <a:cs typeface="Consolas"/>
              </a:rPr>
              <a:t>"morgan"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;</a:t>
            </a:r>
            <a:endParaRPr sz="1050"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39724" y="711200"/>
            <a:ext cx="2665730" cy="9093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dirty="0">
                <a:solidFill>
                  <a:srgbClr val="8B949D"/>
                </a:solidFill>
                <a:latin typeface="Consolas"/>
                <a:cs typeface="Consolas"/>
              </a:rPr>
              <a:t>// app </a:t>
            </a:r>
            <a:r>
              <a:rPr sz="1050" spc="-10" dirty="0">
                <a:solidFill>
                  <a:srgbClr val="8B949D"/>
                </a:solidFill>
                <a:latin typeface="Consolas"/>
                <a:cs typeface="Consolas"/>
              </a:rPr>
              <a:t>config</a:t>
            </a:r>
            <a:endParaRPr sz="1050">
              <a:latin typeface="Consolas"/>
              <a:cs typeface="Consolas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sz="105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</a:pPr>
            <a:r>
              <a:rPr sz="1050" dirty="0">
                <a:solidFill>
                  <a:srgbClr val="FF7B72"/>
                </a:solidFill>
                <a:latin typeface="Consolas"/>
                <a:cs typeface="Consolas"/>
              </a:rPr>
              <a:t>const </a:t>
            </a:r>
            <a:r>
              <a:rPr sz="1050" dirty="0">
                <a:solidFill>
                  <a:srgbClr val="78BFFF"/>
                </a:solidFill>
                <a:latin typeface="Consolas"/>
                <a:cs typeface="Consolas"/>
              </a:rPr>
              <a:t>app </a:t>
            </a:r>
            <a:r>
              <a:rPr sz="1050" dirty="0">
                <a:solidFill>
                  <a:srgbClr val="D4D4D4"/>
                </a:solidFill>
                <a:latin typeface="Consolas"/>
                <a:cs typeface="Consolas"/>
              </a:rPr>
              <a:t>= </a:t>
            </a:r>
            <a:r>
              <a:rPr sz="1050" spc="-10" dirty="0">
                <a:solidFill>
                  <a:srgbClr val="D1A7FF"/>
                </a:solidFill>
                <a:latin typeface="Consolas"/>
                <a:cs typeface="Consolas"/>
              </a:rPr>
              <a:t>express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();</a:t>
            </a:r>
            <a:endParaRPr sz="1050">
              <a:latin typeface="Consolas"/>
              <a:cs typeface="Consolas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sz="105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</a:pPr>
            <a:r>
              <a:rPr sz="1050" dirty="0">
                <a:solidFill>
                  <a:srgbClr val="FF7B72"/>
                </a:solidFill>
                <a:latin typeface="Consolas"/>
                <a:cs typeface="Consolas"/>
              </a:rPr>
              <a:t>const </a:t>
            </a:r>
            <a:r>
              <a:rPr sz="1050" dirty="0">
                <a:solidFill>
                  <a:srgbClr val="78BFFF"/>
                </a:solidFill>
                <a:latin typeface="Consolas"/>
                <a:cs typeface="Consolas"/>
              </a:rPr>
              <a:t>port </a:t>
            </a:r>
            <a:r>
              <a:rPr sz="1050" dirty="0">
                <a:solidFill>
                  <a:srgbClr val="D4D4D4"/>
                </a:solidFill>
                <a:latin typeface="Consolas"/>
                <a:cs typeface="Consolas"/>
              </a:rPr>
              <a:t>= </a:t>
            </a:r>
            <a:r>
              <a:rPr sz="1050" spc="-10" dirty="0">
                <a:solidFill>
                  <a:srgbClr val="C8D0D9"/>
                </a:solidFill>
                <a:latin typeface="Consolas"/>
                <a:cs typeface="Consolas"/>
              </a:rPr>
              <a:t>process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.</a:t>
            </a:r>
            <a:r>
              <a:rPr sz="1050" spc="-10" dirty="0">
                <a:solidFill>
                  <a:srgbClr val="C8D0D9"/>
                </a:solidFill>
                <a:latin typeface="Consolas"/>
                <a:cs typeface="Consolas"/>
              </a:rPr>
              <a:t>env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.</a:t>
            </a:r>
            <a:r>
              <a:rPr sz="1050" spc="-10" dirty="0">
                <a:solidFill>
                  <a:srgbClr val="78BFFF"/>
                </a:solidFill>
                <a:latin typeface="Consolas"/>
                <a:cs typeface="Consolas"/>
              </a:rPr>
              <a:t>PORT</a:t>
            </a:r>
            <a:r>
              <a:rPr sz="1050" spc="-10" dirty="0">
                <a:solidFill>
                  <a:srgbClr val="D4D4D4"/>
                </a:solidFill>
                <a:latin typeface="Consolas"/>
                <a:cs typeface="Consolas"/>
              </a:rPr>
              <a:t>||</a:t>
            </a:r>
            <a:r>
              <a:rPr sz="1050" spc="-10" dirty="0">
                <a:solidFill>
                  <a:srgbClr val="B4CDA7"/>
                </a:solidFill>
                <a:latin typeface="Consolas"/>
                <a:cs typeface="Consolas"/>
              </a:rPr>
              <a:t>4000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;</a:t>
            </a:r>
            <a:endParaRPr sz="1050">
              <a:latin typeface="Consolas"/>
              <a:cs typeface="Consolas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39724" y="2101850"/>
            <a:ext cx="2078989" cy="16332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spc="-10" dirty="0">
                <a:solidFill>
                  <a:srgbClr val="8B949D"/>
                </a:solidFill>
                <a:latin typeface="Consolas"/>
                <a:cs typeface="Consolas"/>
              </a:rPr>
              <a:t>//middlewares</a:t>
            </a:r>
            <a:endParaRPr sz="1050">
              <a:latin typeface="Consolas"/>
              <a:cs typeface="Consolas"/>
            </a:endParaRPr>
          </a:p>
          <a:p>
            <a:pPr marL="12700" marR="297815">
              <a:lnSpc>
                <a:spcPct val="226200"/>
              </a:lnSpc>
            </a:pPr>
            <a:r>
              <a:rPr sz="1050" spc="-10" dirty="0">
                <a:solidFill>
                  <a:srgbClr val="C8D0D9"/>
                </a:solidFill>
                <a:latin typeface="Consolas"/>
                <a:cs typeface="Consolas"/>
              </a:rPr>
              <a:t>app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.</a:t>
            </a:r>
            <a:r>
              <a:rPr sz="1050" spc="-10" dirty="0">
                <a:solidFill>
                  <a:srgbClr val="D1A7FF"/>
                </a:solidFill>
                <a:latin typeface="Consolas"/>
                <a:cs typeface="Consolas"/>
              </a:rPr>
              <a:t>use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(</a:t>
            </a:r>
            <a:r>
              <a:rPr sz="1050" spc="-10" dirty="0">
                <a:solidFill>
                  <a:srgbClr val="C8D0D9"/>
                </a:solidFill>
                <a:latin typeface="Consolas"/>
                <a:cs typeface="Consolas"/>
              </a:rPr>
              <a:t>express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.</a:t>
            </a:r>
            <a:r>
              <a:rPr sz="1050" spc="-10" dirty="0">
                <a:solidFill>
                  <a:srgbClr val="D1A7FF"/>
                </a:solidFill>
                <a:latin typeface="Consolas"/>
                <a:cs typeface="Consolas"/>
              </a:rPr>
              <a:t>json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()); </a:t>
            </a:r>
            <a:r>
              <a:rPr sz="1050" spc="-10" dirty="0">
                <a:solidFill>
                  <a:srgbClr val="C8D0D9"/>
                </a:solidFill>
                <a:latin typeface="Consolas"/>
                <a:cs typeface="Consolas"/>
              </a:rPr>
              <a:t>app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.</a:t>
            </a:r>
            <a:r>
              <a:rPr sz="1050" spc="-10" dirty="0">
                <a:solidFill>
                  <a:srgbClr val="D1A7FF"/>
                </a:solidFill>
                <a:latin typeface="Consolas"/>
                <a:cs typeface="Consolas"/>
              </a:rPr>
              <a:t>use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(</a:t>
            </a:r>
            <a:r>
              <a:rPr sz="1050" spc="-10" dirty="0">
                <a:solidFill>
                  <a:srgbClr val="D1A7FF"/>
                </a:solidFill>
                <a:latin typeface="Consolas"/>
                <a:cs typeface="Consolas"/>
              </a:rPr>
              <a:t>cors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());</a:t>
            </a:r>
            <a:endParaRPr sz="1050">
              <a:latin typeface="Consolas"/>
              <a:cs typeface="Consolas"/>
            </a:endParaRPr>
          </a:p>
          <a:p>
            <a:pPr marL="12700" marR="5080">
              <a:lnSpc>
                <a:spcPct val="226200"/>
              </a:lnSpc>
            </a:pPr>
            <a:r>
              <a:rPr sz="1050" spc="-10" dirty="0">
                <a:solidFill>
                  <a:srgbClr val="C8D0D9"/>
                </a:solidFill>
                <a:latin typeface="Consolas"/>
                <a:cs typeface="Consolas"/>
              </a:rPr>
              <a:t>app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.</a:t>
            </a:r>
            <a:r>
              <a:rPr sz="1050" spc="-10" dirty="0">
                <a:solidFill>
                  <a:srgbClr val="D1A7FF"/>
                </a:solidFill>
                <a:latin typeface="Consolas"/>
                <a:cs typeface="Consolas"/>
              </a:rPr>
              <a:t>use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(</a:t>
            </a:r>
            <a:r>
              <a:rPr sz="1050" spc="-10" dirty="0">
                <a:solidFill>
                  <a:srgbClr val="D1A7FF"/>
                </a:solidFill>
                <a:latin typeface="Consolas"/>
                <a:cs typeface="Consolas"/>
              </a:rPr>
              <a:t>morgan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(</a:t>
            </a:r>
            <a:r>
              <a:rPr sz="1050" spc="-10" dirty="0">
                <a:solidFill>
                  <a:srgbClr val="A5D5FF"/>
                </a:solidFill>
                <a:latin typeface="Consolas"/>
                <a:cs typeface="Consolas"/>
              </a:rPr>
              <a:t>"tiny"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)); </a:t>
            </a:r>
            <a:r>
              <a:rPr sz="1050" spc="-10" dirty="0">
                <a:solidFill>
                  <a:srgbClr val="C8D0D9"/>
                </a:solidFill>
                <a:latin typeface="Consolas"/>
                <a:cs typeface="Consolas"/>
              </a:rPr>
              <a:t>app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.</a:t>
            </a:r>
            <a:r>
              <a:rPr sz="1050" spc="-10" dirty="0">
                <a:solidFill>
                  <a:srgbClr val="D1A7FF"/>
                </a:solidFill>
                <a:latin typeface="Consolas"/>
                <a:cs typeface="Consolas"/>
              </a:rPr>
              <a:t>use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(</a:t>
            </a:r>
            <a:r>
              <a:rPr sz="1050" spc="-10" dirty="0">
                <a:solidFill>
                  <a:srgbClr val="D1A7FF"/>
                </a:solidFill>
                <a:latin typeface="Consolas"/>
                <a:cs typeface="Consolas"/>
              </a:rPr>
              <a:t>morgan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(</a:t>
            </a:r>
            <a:r>
              <a:rPr sz="1050" spc="-10" dirty="0">
                <a:solidFill>
                  <a:srgbClr val="A5D5FF"/>
                </a:solidFill>
                <a:latin typeface="Consolas"/>
                <a:cs typeface="Consolas"/>
              </a:rPr>
              <a:t>"combined"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));</a:t>
            </a:r>
            <a:endParaRPr sz="1050">
              <a:latin typeface="Consolas"/>
              <a:cs typeface="Consola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39724" y="4216400"/>
            <a:ext cx="1198880" cy="5473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dirty="0">
                <a:solidFill>
                  <a:srgbClr val="8B949D"/>
                </a:solidFill>
                <a:latin typeface="Consolas"/>
                <a:cs typeface="Consolas"/>
              </a:rPr>
              <a:t>// DB </a:t>
            </a:r>
            <a:r>
              <a:rPr sz="1050" spc="-10" dirty="0">
                <a:solidFill>
                  <a:srgbClr val="8B949D"/>
                </a:solidFill>
                <a:latin typeface="Consolas"/>
                <a:cs typeface="Consolas"/>
              </a:rPr>
              <a:t>connection</a:t>
            </a:r>
            <a:endParaRPr sz="1050">
              <a:latin typeface="Consolas"/>
              <a:cs typeface="Consolas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sz="105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</a:pPr>
            <a:r>
              <a:rPr sz="1050" spc="-10" dirty="0">
                <a:solidFill>
                  <a:srgbClr val="D1A7FF"/>
                </a:solidFill>
                <a:latin typeface="Consolas"/>
                <a:cs typeface="Consolas"/>
              </a:rPr>
              <a:t>connectDB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();</a:t>
            </a:r>
            <a:endParaRPr sz="1050">
              <a:latin typeface="Consolas"/>
              <a:cs typeface="Consolas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39724" y="5245100"/>
            <a:ext cx="3399154" cy="19856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dirty="0">
                <a:solidFill>
                  <a:srgbClr val="8B949D"/>
                </a:solidFill>
                <a:latin typeface="Consolas"/>
                <a:cs typeface="Consolas"/>
              </a:rPr>
              <a:t>// api </a:t>
            </a:r>
            <a:r>
              <a:rPr sz="1050" spc="-10" dirty="0">
                <a:solidFill>
                  <a:srgbClr val="8B949D"/>
                </a:solidFill>
                <a:latin typeface="Consolas"/>
                <a:cs typeface="Consolas"/>
              </a:rPr>
              <a:t>endpoints</a:t>
            </a:r>
            <a:endParaRPr sz="1050">
              <a:latin typeface="Consolas"/>
              <a:cs typeface="Consolas"/>
            </a:endParaRPr>
          </a:p>
          <a:p>
            <a:pPr marL="12700" marR="5080">
              <a:lnSpc>
                <a:spcPct val="224700"/>
              </a:lnSpc>
              <a:spcBef>
                <a:spcPts val="15"/>
              </a:spcBef>
            </a:pP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app</a:t>
            </a:r>
            <a:r>
              <a:rPr sz="1050" dirty="0">
                <a:solidFill>
                  <a:srgbClr val="BABEBE"/>
                </a:solidFill>
                <a:latin typeface="Consolas"/>
                <a:cs typeface="Consolas"/>
              </a:rPr>
              <a:t>.</a:t>
            </a:r>
            <a:r>
              <a:rPr sz="1050" dirty="0">
                <a:solidFill>
                  <a:srgbClr val="D1A7FF"/>
                </a:solidFill>
                <a:latin typeface="Consolas"/>
                <a:cs typeface="Consolas"/>
              </a:rPr>
              <a:t>use</a:t>
            </a:r>
            <a:r>
              <a:rPr sz="1050" dirty="0">
                <a:solidFill>
                  <a:srgbClr val="BABEBE"/>
                </a:solidFill>
                <a:latin typeface="Consolas"/>
                <a:cs typeface="Consolas"/>
              </a:rPr>
              <a:t>(</a:t>
            </a:r>
            <a:r>
              <a:rPr sz="1050" dirty="0">
                <a:solidFill>
                  <a:srgbClr val="A5D5FF"/>
                </a:solidFill>
                <a:latin typeface="Consolas"/>
                <a:cs typeface="Consolas"/>
              </a:rPr>
              <a:t>"/api/food"</a:t>
            </a:r>
            <a:r>
              <a:rPr sz="1050" dirty="0">
                <a:solidFill>
                  <a:srgbClr val="BABEBE"/>
                </a:solidFill>
                <a:latin typeface="Consolas"/>
                <a:cs typeface="Consolas"/>
              </a:rPr>
              <a:t>, </a:t>
            </a:r>
            <a:r>
              <a:rPr sz="1050" spc="-10" dirty="0">
                <a:solidFill>
                  <a:srgbClr val="C8D0D9"/>
                </a:solidFill>
                <a:latin typeface="Consolas"/>
                <a:cs typeface="Consolas"/>
              </a:rPr>
              <a:t>foodRouter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); </a:t>
            </a: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app</a:t>
            </a:r>
            <a:r>
              <a:rPr sz="1050" dirty="0">
                <a:solidFill>
                  <a:srgbClr val="BABEBE"/>
                </a:solidFill>
                <a:latin typeface="Consolas"/>
                <a:cs typeface="Consolas"/>
              </a:rPr>
              <a:t>.</a:t>
            </a:r>
            <a:r>
              <a:rPr sz="1050" dirty="0">
                <a:solidFill>
                  <a:srgbClr val="D1A7FF"/>
                </a:solidFill>
                <a:latin typeface="Consolas"/>
                <a:cs typeface="Consolas"/>
              </a:rPr>
              <a:t>use</a:t>
            </a:r>
            <a:r>
              <a:rPr sz="1050" dirty="0">
                <a:solidFill>
                  <a:srgbClr val="BABEBE"/>
                </a:solidFill>
                <a:latin typeface="Consolas"/>
                <a:cs typeface="Consolas"/>
              </a:rPr>
              <a:t>(</a:t>
            </a:r>
            <a:r>
              <a:rPr sz="1050" dirty="0">
                <a:solidFill>
                  <a:srgbClr val="A5D5FF"/>
                </a:solidFill>
                <a:latin typeface="Consolas"/>
                <a:cs typeface="Consolas"/>
              </a:rPr>
              <a:t>"/images"</a:t>
            </a:r>
            <a:r>
              <a:rPr sz="1050" dirty="0">
                <a:solidFill>
                  <a:srgbClr val="BABEBE"/>
                </a:solidFill>
                <a:latin typeface="Consolas"/>
                <a:cs typeface="Consolas"/>
              </a:rPr>
              <a:t>, </a:t>
            </a:r>
            <a:r>
              <a:rPr sz="1050" spc="-10" dirty="0">
                <a:solidFill>
                  <a:srgbClr val="C8D0D9"/>
                </a:solidFill>
                <a:latin typeface="Consolas"/>
                <a:cs typeface="Consolas"/>
              </a:rPr>
              <a:t>express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.</a:t>
            </a:r>
            <a:r>
              <a:rPr sz="1050" spc="-10" dirty="0">
                <a:solidFill>
                  <a:srgbClr val="D1A7FF"/>
                </a:solidFill>
                <a:latin typeface="Consolas"/>
                <a:cs typeface="Consolas"/>
              </a:rPr>
              <a:t>static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(</a:t>
            </a:r>
            <a:r>
              <a:rPr sz="1050" spc="-10" dirty="0">
                <a:solidFill>
                  <a:srgbClr val="A5D5FF"/>
                </a:solidFill>
                <a:latin typeface="Consolas"/>
                <a:cs typeface="Consolas"/>
              </a:rPr>
              <a:t>"uploads"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)); </a:t>
            </a: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app</a:t>
            </a:r>
            <a:r>
              <a:rPr sz="1050" dirty="0">
                <a:solidFill>
                  <a:srgbClr val="BABEBE"/>
                </a:solidFill>
                <a:latin typeface="Consolas"/>
                <a:cs typeface="Consolas"/>
              </a:rPr>
              <a:t>.</a:t>
            </a:r>
            <a:r>
              <a:rPr sz="1050" dirty="0">
                <a:solidFill>
                  <a:srgbClr val="D1A7FF"/>
                </a:solidFill>
                <a:latin typeface="Consolas"/>
                <a:cs typeface="Consolas"/>
              </a:rPr>
              <a:t>use</a:t>
            </a:r>
            <a:r>
              <a:rPr sz="1050" dirty="0">
                <a:solidFill>
                  <a:srgbClr val="BABEBE"/>
                </a:solidFill>
                <a:latin typeface="Consolas"/>
                <a:cs typeface="Consolas"/>
              </a:rPr>
              <a:t>(</a:t>
            </a:r>
            <a:r>
              <a:rPr sz="1050" dirty="0">
                <a:solidFill>
                  <a:srgbClr val="A5D5FF"/>
                </a:solidFill>
                <a:latin typeface="Consolas"/>
                <a:cs typeface="Consolas"/>
              </a:rPr>
              <a:t>"/api/user"</a:t>
            </a:r>
            <a:r>
              <a:rPr sz="1050" dirty="0">
                <a:solidFill>
                  <a:srgbClr val="BABEBE"/>
                </a:solidFill>
                <a:latin typeface="Consolas"/>
                <a:cs typeface="Consolas"/>
              </a:rPr>
              <a:t>, </a:t>
            </a:r>
            <a:r>
              <a:rPr sz="1050" spc="-10" dirty="0">
                <a:solidFill>
                  <a:srgbClr val="C8D0D9"/>
                </a:solidFill>
                <a:latin typeface="Consolas"/>
                <a:cs typeface="Consolas"/>
              </a:rPr>
              <a:t>userRouter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); </a:t>
            </a: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app</a:t>
            </a:r>
            <a:r>
              <a:rPr sz="1050" dirty="0">
                <a:solidFill>
                  <a:srgbClr val="BABEBE"/>
                </a:solidFill>
                <a:latin typeface="Consolas"/>
                <a:cs typeface="Consolas"/>
              </a:rPr>
              <a:t>.</a:t>
            </a:r>
            <a:r>
              <a:rPr sz="1050" dirty="0">
                <a:solidFill>
                  <a:srgbClr val="D1A7FF"/>
                </a:solidFill>
                <a:latin typeface="Consolas"/>
                <a:cs typeface="Consolas"/>
              </a:rPr>
              <a:t>use</a:t>
            </a:r>
            <a:r>
              <a:rPr sz="1050" dirty="0">
                <a:solidFill>
                  <a:srgbClr val="BABEBE"/>
                </a:solidFill>
                <a:latin typeface="Consolas"/>
                <a:cs typeface="Consolas"/>
              </a:rPr>
              <a:t>(</a:t>
            </a:r>
            <a:r>
              <a:rPr sz="1050" dirty="0">
                <a:solidFill>
                  <a:srgbClr val="A5D5FF"/>
                </a:solidFill>
                <a:latin typeface="Consolas"/>
                <a:cs typeface="Consolas"/>
              </a:rPr>
              <a:t>"/api/cart"</a:t>
            </a:r>
            <a:r>
              <a:rPr sz="1050" dirty="0">
                <a:solidFill>
                  <a:srgbClr val="BABEBE"/>
                </a:solidFill>
                <a:latin typeface="Consolas"/>
                <a:cs typeface="Consolas"/>
              </a:rPr>
              <a:t>, </a:t>
            </a:r>
            <a:r>
              <a:rPr sz="1050" spc="-10" dirty="0">
                <a:solidFill>
                  <a:srgbClr val="C8D0D9"/>
                </a:solidFill>
                <a:latin typeface="Consolas"/>
                <a:cs typeface="Consolas"/>
              </a:rPr>
              <a:t>cartRouter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); </a:t>
            </a: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app</a:t>
            </a:r>
            <a:r>
              <a:rPr sz="1050" dirty="0">
                <a:solidFill>
                  <a:srgbClr val="BABEBE"/>
                </a:solidFill>
                <a:latin typeface="Consolas"/>
                <a:cs typeface="Consolas"/>
              </a:rPr>
              <a:t>.</a:t>
            </a:r>
            <a:r>
              <a:rPr sz="1050" dirty="0">
                <a:solidFill>
                  <a:srgbClr val="D1A7FF"/>
                </a:solidFill>
                <a:latin typeface="Consolas"/>
                <a:cs typeface="Consolas"/>
              </a:rPr>
              <a:t>use</a:t>
            </a:r>
            <a:r>
              <a:rPr sz="1050" dirty="0">
                <a:solidFill>
                  <a:srgbClr val="BABEBE"/>
                </a:solidFill>
                <a:latin typeface="Consolas"/>
                <a:cs typeface="Consolas"/>
              </a:rPr>
              <a:t>(</a:t>
            </a:r>
            <a:r>
              <a:rPr sz="1050" dirty="0">
                <a:solidFill>
                  <a:srgbClr val="A5D5FF"/>
                </a:solidFill>
                <a:latin typeface="Consolas"/>
                <a:cs typeface="Consolas"/>
              </a:rPr>
              <a:t>"/api/order"</a:t>
            </a:r>
            <a:r>
              <a:rPr sz="1050" dirty="0">
                <a:solidFill>
                  <a:srgbClr val="BABEBE"/>
                </a:solidFill>
                <a:latin typeface="Consolas"/>
                <a:cs typeface="Consolas"/>
              </a:rPr>
              <a:t>, </a:t>
            </a:r>
            <a:r>
              <a:rPr sz="1050" spc="-10" dirty="0">
                <a:solidFill>
                  <a:srgbClr val="C8D0D9"/>
                </a:solidFill>
                <a:latin typeface="Consolas"/>
                <a:cs typeface="Consolas"/>
              </a:rPr>
              <a:t>orderRouter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);</a:t>
            </a:r>
            <a:endParaRPr sz="1050">
              <a:latin typeface="Consolas"/>
              <a:cs typeface="Consolas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39724" y="7712075"/>
            <a:ext cx="2078989" cy="9093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app</a:t>
            </a:r>
            <a:r>
              <a:rPr sz="1050" dirty="0">
                <a:solidFill>
                  <a:srgbClr val="BABEBE"/>
                </a:solidFill>
                <a:latin typeface="Consolas"/>
                <a:cs typeface="Consolas"/>
              </a:rPr>
              <a:t>.</a:t>
            </a:r>
            <a:r>
              <a:rPr sz="1050" dirty="0">
                <a:solidFill>
                  <a:srgbClr val="D1A7FF"/>
                </a:solidFill>
                <a:latin typeface="Consolas"/>
                <a:cs typeface="Consolas"/>
              </a:rPr>
              <a:t>get</a:t>
            </a:r>
            <a:r>
              <a:rPr sz="1050" dirty="0">
                <a:solidFill>
                  <a:srgbClr val="BABEBE"/>
                </a:solidFill>
                <a:latin typeface="Consolas"/>
                <a:cs typeface="Consolas"/>
              </a:rPr>
              <a:t>(</a:t>
            </a:r>
            <a:r>
              <a:rPr sz="1050" dirty="0">
                <a:solidFill>
                  <a:srgbClr val="A5D5FF"/>
                </a:solidFill>
                <a:latin typeface="Consolas"/>
                <a:cs typeface="Consolas"/>
              </a:rPr>
              <a:t>"/"</a:t>
            </a:r>
            <a:r>
              <a:rPr sz="1050" dirty="0">
                <a:solidFill>
                  <a:srgbClr val="BABEBE"/>
                </a:solidFill>
                <a:latin typeface="Consolas"/>
                <a:cs typeface="Consolas"/>
              </a:rPr>
              <a:t>, (</a:t>
            </a:r>
            <a:r>
              <a:rPr sz="1050" dirty="0">
                <a:solidFill>
                  <a:srgbClr val="FFA657"/>
                </a:solidFill>
                <a:latin typeface="Consolas"/>
                <a:cs typeface="Consolas"/>
              </a:rPr>
              <a:t>req</a:t>
            </a:r>
            <a:r>
              <a:rPr sz="1050" dirty="0">
                <a:solidFill>
                  <a:srgbClr val="BABEBE"/>
                </a:solidFill>
                <a:latin typeface="Consolas"/>
                <a:cs typeface="Consolas"/>
              </a:rPr>
              <a:t>, </a:t>
            </a:r>
            <a:r>
              <a:rPr sz="1050" dirty="0">
                <a:solidFill>
                  <a:srgbClr val="FFA657"/>
                </a:solidFill>
                <a:latin typeface="Consolas"/>
                <a:cs typeface="Consolas"/>
              </a:rPr>
              <a:t>res</a:t>
            </a:r>
            <a:r>
              <a:rPr sz="1050" dirty="0">
                <a:solidFill>
                  <a:srgbClr val="BABEBE"/>
                </a:solidFill>
                <a:latin typeface="Consolas"/>
                <a:cs typeface="Consolas"/>
              </a:rPr>
              <a:t>) </a:t>
            </a:r>
            <a:r>
              <a:rPr sz="1050" dirty="0">
                <a:solidFill>
                  <a:srgbClr val="FF7B72"/>
                </a:solidFill>
                <a:latin typeface="Consolas"/>
                <a:cs typeface="Consolas"/>
              </a:rPr>
              <a:t>=&gt; </a:t>
            </a:r>
            <a:r>
              <a:rPr sz="1050" spc="-50" dirty="0">
                <a:solidFill>
                  <a:srgbClr val="C8D0D9"/>
                </a:solidFill>
                <a:latin typeface="Consolas"/>
                <a:cs typeface="Consolas"/>
              </a:rPr>
              <a:t>{</a:t>
            </a:r>
            <a:endParaRPr sz="1050">
              <a:latin typeface="Consolas"/>
              <a:cs typeface="Consolas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sz="1050">
              <a:latin typeface="Consolas"/>
              <a:cs typeface="Consolas"/>
            </a:endParaRPr>
          </a:p>
          <a:p>
            <a:pPr algn="ctr">
              <a:lnSpc>
                <a:spcPct val="100000"/>
              </a:lnSpc>
            </a:pP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res.</a:t>
            </a:r>
            <a:r>
              <a:rPr sz="1050" dirty="0">
                <a:solidFill>
                  <a:srgbClr val="D1A7FF"/>
                </a:solidFill>
                <a:latin typeface="Consolas"/>
                <a:cs typeface="Consolas"/>
              </a:rPr>
              <a:t>send</a:t>
            </a: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(</a:t>
            </a:r>
            <a:r>
              <a:rPr sz="1050" dirty="0">
                <a:solidFill>
                  <a:srgbClr val="A5D5FF"/>
                </a:solidFill>
                <a:latin typeface="Consolas"/>
                <a:cs typeface="Consolas"/>
              </a:rPr>
              <a:t>"API </a:t>
            </a:r>
            <a:r>
              <a:rPr sz="1050" spc="-10" dirty="0">
                <a:solidFill>
                  <a:srgbClr val="A5D5FF"/>
                </a:solidFill>
                <a:latin typeface="Consolas"/>
                <a:cs typeface="Consolas"/>
              </a:rPr>
              <a:t>Working"</a:t>
            </a:r>
            <a:r>
              <a:rPr sz="1050" spc="-10" dirty="0">
                <a:solidFill>
                  <a:srgbClr val="C8D0D9"/>
                </a:solidFill>
                <a:latin typeface="Consolas"/>
                <a:cs typeface="Consolas"/>
              </a:rPr>
              <a:t>);</a:t>
            </a:r>
            <a:endParaRPr sz="1050">
              <a:latin typeface="Consolas"/>
              <a:cs typeface="Consolas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sz="105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</a:pPr>
            <a:r>
              <a:rPr sz="1050" spc="-25" dirty="0">
                <a:solidFill>
                  <a:srgbClr val="C8D0D9"/>
                </a:solidFill>
                <a:latin typeface="Consolas"/>
                <a:cs typeface="Consolas"/>
              </a:rPr>
              <a:t>}</a:t>
            </a:r>
            <a:r>
              <a:rPr sz="1050" spc="-25" dirty="0">
                <a:solidFill>
                  <a:srgbClr val="BABEBE"/>
                </a:solidFill>
                <a:latin typeface="Consolas"/>
                <a:cs typeface="Consolas"/>
              </a:rPr>
              <a:t>);</a:t>
            </a:r>
            <a:endParaRPr sz="1050">
              <a:latin typeface="Consolas"/>
              <a:cs typeface="Consolas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39724" y="9102725"/>
            <a:ext cx="3618865" cy="9093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app</a:t>
            </a:r>
            <a:r>
              <a:rPr sz="1050" dirty="0">
                <a:solidFill>
                  <a:srgbClr val="BABEBE"/>
                </a:solidFill>
                <a:latin typeface="Consolas"/>
                <a:cs typeface="Consolas"/>
              </a:rPr>
              <a:t>.</a:t>
            </a:r>
            <a:r>
              <a:rPr sz="1050" dirty="0">
                <a:solidFill>
                  <a:srgbClr val="D1A7FF"/>
                </a:solidFill>
                <a:latin typeface="Consolas"/>
                <a:cs typeface="Consolas"/>
              </a:rPr>
              <a:t>listen</a:t>
            </a:r>
            <a:r>
              <a:rPr sz="1050" dirty="0">
                <a:solidFill>
                  <a:srgbClr val="BABEBE"/>
                </a:solidFill>
                <a:latin typeface="Consolas"/>
                <a:cs typeface="Consolas"/>
              </a:rPr>
              <a:t>(</a:t>
            </a: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port</a:t>
            </a:r>
            <a:r>
              <a:rPr sz="1050" dirty="0">
                <a:solidFill>
                  <a:srgbClr val="BABEBE"/>
                </a:solidFill>
                <a:latin typeface="Consolas"/>
                <a:cs typeface="Consolas"/>
              </a:rPr>
              <a:t>, () </a:t>
            </a:r>
            <a:r>
              <a:rPr sz="1050" dirty="0">
                <a:solidFill>
                  <a:srgbClr val="FF7B72"/>
                </a:solidFill>
                <a:latin typeface="Consolas"/>
                <a:cs typeface="Consolas"/>
              </a:rPr>
              <a:t>=&gt; </a:t>
            </a:r>
            <a:r>
              <a:rPr sz="1050" spc="-50" dirty="0">
                <a:solidFill>
                  <a:srgbClr val="C8D0D9"/>
                </a:solidFill>
                <a:latin typeface="Consolas"/>
                <a:cs typeface="Consolas"/>
              </a:rPr>
              <a:t>{</a:t>
            </a:r>
            <a:endParaRPr sz="1050">
              <a:latin typeface="Consolas"/>
              <a:cs typeface="Consolas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sz="1050">
              <a:latin typeface="Consolas"/>
              <a:cs typeface="Consolas"/>
            </a:endParaRPr>
          </a:p>
          <a:p>
            <a:pPr marL="158750">
              <a:lnSpc>
                <a:spcPct val="100000"/>
              </a:lnSpc>
            </a:pP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console.</a:t>
            </a:r>
            <a:r>
              <a:rPr sz="1050" dirty="0">
                <a:solidFill>
                  <a:srgbClr val="D1A7FF"/>
                </a:solidFill>
                <a:latin typeface="Consolas"/>
                <a:cs typeface="Consolas"/>
              </a:rPr>
              <a:t>log</a:t>
            </a: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(</a:t>
            </a:r>
            <a:r>
              <a:rPr sz="1050" dirty="0">
                <a:solidFill>
                  <a:srgbClr val="A5D5FF"/>
                </a:solidFill>
                <a:latin typeface="Consolas"/>
                <a:cs typeface="Consolas"/>
              </a:rPr>
              <a:t>`Server Started on port: </a:t>
            </a:r>
            <a:r>
              <a:rPr sz="1050" spc="-10" dirty="0">
                <a:solidFill>
                  <a:srgbClr val="569CD5"/>
                </a:solidFill>
                <a:latin typeface="Consolas"/>
                <a:cs typeface="Consolas"/>
              </a:rPr>
              <a:t>${</a:t>
            </a:r>
            <a:r>
              <a:rPr sz="1050" spc="-10" dirty="0">
                <a:solidFill>
                  <a:srgbClr val="C8D0D9"/>
                </a:solidFill>
                <a:latin typeface="Consolas"/>
                <a:cs typeface="Consolas"/>
              </a:rPr>
              <a:t>port</a:t>
            </a:r>
            <a:r>
              <a:rPr sz="1050" spc="-10" dirty="0">
                <a:solidFill>
                  <a:srgbClr val="569CD5"/>
                </a:solidFill>
                <a:latin typeface="Consolas"/>
                <a:cs typeface="Consolas"/>
              </a:rPr>
              <a:t>}</a:t>
            </a:r>
            <a:r>
              <a:rPr sz="1050" spc="-10" dirty="0">
                <a:solidFill>
                  <a:srgbClr val="A5D5FF"/>
                </a:solidFill>
                <a:latin typeface="Consolas"/>
                <a:cs typeface="Consolas"/>
              </a:rPr>
              <a:t>`</a:t>
            </a:r>
            <a:r>
              <a:rPr sz="1050" spc="-10" dirty="0">
                <a:solidFill>
                  <a:srgbClr val="C8D0D9"/>
                </a:solidFill>
                <a:latin typeface="Consolas"/>
                <a:cs typeface="Consolas"/>
              </a:rPr>
              <a:t>);</a:t>
            </a:r>
            <a:endParaRPr sz="1050">
              <a:latin typeface="Consolas"/>
              <a:cs typeface="Consolas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sz="105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</a:pPr>
            <a:r>
              <a:rPr sz="1050" spc="-25" dirty="0">
                <a:solidFill>
                  <a:srgbClr val="C8D0D9"/>
                </a:solidFill>
                <a:latin typeface="Consolas"/>
                <a:cs typeface="Consolas"/>
              </a:rPr>
              <a:t>}</a:t>
            </a:r>
            <a:r>
              <a:rPr sz="1050" spc="-25" dirty="0">
                <a:solidFill>
                  <a:srgbClr val="BABEBE"/>
                </a:solidFill>
                <a:latin typeface="Consolas"/>
                <a:cs typeface="Consolas"/>
              </a:rPr>
              <a:t>);</a:t>
            </a:r>
            <a:endParaRPr sz="1050"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39724" y="654050"/>
            <a:ext cx="5011420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spc="-10" dirty="0">
                <a:solidFill>
                  <a:srgbClr val="8B949D"/>
                </a:solidFill>
                <a:latin typeface="Consolas"/>
                <a:cs typeface="Consolas"/>
                <a:hlinkClick r:id="rId2"/>
              </a:rPr>
              <a:t>//mongodb+srv://Subhapanja:Subhapanja@cluster0.zj08pgp.mongodb.net/?</a:t>
            </a:r>
            <a:endParaRPr sz="1050">
              <a:latin typeface="Consolas"/>
              <a:cs typeface="Consolas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415925" y="1704820"/>
            <a:ext cx="5387975" cy="6720840"/>
          </a:xfrm>
          <a:prstGeom prst="rect">
            <a:avLst/>
          </a:prstGeom>
        </p:spPr>
        <p:txBody>
          <a:bodyPr vert="horz" wrap="square" lIns="0" tIns="4127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25"/>
              </a:spcBef>
              <a:buFont typeface="Times New Roman"/>
              <a:buAutoNum type="alphaLcPeriod"/>
              <a:tabLst>
                <a:tab pos="240029" algn="l"/>
              </a:tabLst>
            </a:pPr>
            <a:r>
              <a:rPr sz="1400" b="1" spc="-10" dirty="0">
                <a:latin typeface="Times New Roman"/>
                <a:cs typeface="Times New Roman"/>
              </a:rPr>
              <a:t>App.jsx</a:t>
            </a:r>
            <a:endParaRPr sz="1400">
              <a:latin typeface="Times New Roman"/>
              <a:cs typeface="Times New Roman"/>
            </a:endParaRPr>
          </a:p>
          <a:p>
            <a:pPr marL="240029" indent="-227329">
              <a:lnSpc>
                <a:spcPct val="100000"/>
              </a:lnSpc>
              <a:spcBef>
                <a:spcPts val="170"/>
              </a:spcBef>
              <a:buAutoNum type="alphaLcPeriod"/>
              <a:tabLst>
                <a:tab pos="240029" algn="l"/>
              </a:tabLst>
            </a:pP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import </a:t>
            </a: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React</a:t>
            </a:r>
            <a:r>
              <a:rPr sz="1050" dirty="0">
                <a:solidFill>
                  <a:srgbClr val="BABEBE"/>
                </a:solidFill>
                <a:latin typeface="Consolas"/>
                <a:cs typeface="Consolas"/>
              </a:rPr>
              <a:t>, </a:t>
            </a: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{ useState } </a:t>
            </a: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from </a:t>
            </a:r>
            <a:r>
              <a:rPr sz="1050" spc="-10" dirty="0">
                <a:solidFill>
                  <a:srgbClr val="A5D5FF"/>
                </a:solidFill>
                <a:latin typeface="Consolas"/>
                <a:cs typeface="Consolas"/>
              </a:rPr>
              <a:t>"react"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;</a:t>
            </a:r>
            <a:endParaRPr sz="1050">
              <a:latin typeface="Consolas"/>
              <a:cs typeface="Consolas"/>
            </a:endParaRPr>
          </a:p>
          <a:p>
            <a:pPr marL="240029" indent="-227329">
              <a:lnSpc>
                <a:spcPct val="100000"/>
              </a:lnSpc>
              <a:spcBef>
                <a:spcPts val="165"/>
              </a:spcBef>
              <a:buAutoNum type="alphaLcPeriod"/>
              <a:tabLst>
                <a:tab pos="240029" algn="l"/>
              </a:tabLst>
            </a:pP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import</a:t>
            </a:r>
            <a:r>
              <a:rPr sz="1050" spc="-10" dirty="0">
                <a:solidFill>
                  <a:srgbClr val="C486BF"/>
                </a:solidFill>
                <a:latin typeface="Consolas"/>
                <a:cs typeface="Consolas"/>
              </a:rPr>
              <a:t> </a:t>
            </a: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Navbar </a:t>
            </a: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from </a:t>
            </a:r>
            <a:r>
              <a:rPr sz="1050" spc="-10" dirty="0">
                <a:solidFill>
                  <a:srgbClr val="A5D5FF"/>
                </a:solidFill>
                <a:latin typeface="Consolas"/>
                <a:cs typeface="Consolas"/>
              </a:rPr>
              <a:t>"./components/Navbar/Navbar"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;</a:t>
            </a:r>
            <a:endParaRPr sz="1050">
              <a:latin typeface="Consolas"/>
              <a:cs typeface="Consolas"/>
            </a:endParaRPr>
          </a:p>
          <a:p>
            <a:pPr marL="240029" indent="-227329">
              <a:lnSpc>
                <a:spcPct val="100000"/>
              </a:lnSpc>
              <a:spcBef>
                <a:spcPts val="165"/>
              </a:spcBef>
              <a:buAutoNum type="alphaLcPeriod"/>
              <a:tabLst>
                <a:tab pos="240029" algn="l"/>
              </a:tabLst>
            </a:pP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import </a:t>
            </a: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{ Route, Routes } </a:t>
            </a: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from </a:t>
            </a:r>
            <a:r>
              <a:rPr sz="1050" dirty="0">
                <a:solidFill>
                  <a:srgbClr val="A5D5FF"/>
                </a:solidFill>
                <a:latin typeface="Consolas"/>
                <a:cs typeface="Consolas"/>
              </a:rPr>
              <a:t>"react-router-</a:t>
            </a:r>
            <a:r>
              <a:rPr sz="1050" spc="-10" dirty="0">
                <a:solidFill>
                  <a:srgbClr val="A5D5FF"/>
                </a:solidFill>
                <a:latin typeface="Consolas"/>
                <a:cs typeface="Consolas"/>
              </a:rPr>
              <a:t>dom"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;</a:t>
            </a:r>
            <a:endParaRPr sz="1050">
              <a:latin typeface="Consolas"/>
              <a:cs typeface="Consolas"/>
            </a:endParaRPr>
          </a:p>
          <a:p>
            <a:pPr marL="240029" indent="-227329">
              <a:lnSpc>
                <a:spcPct val="100000"/>
              </a:lnSpc>
              <a:spcBef>
                <a:spcPts val="165"/>
              </a:spcBef>
              <a:buAutoNum type="alphaLcPeriod"/>
              <a:tabLst>
                <a:tab pos="240029" algn="l"/>
              </a:tabLst>
            </a:pP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import</a:t>
            </a:r>
            <a:r>
              <a:rPr sz="1050" spc="-10" dirty="0">
                <a:solidFill>
                  <a:srgbClr val="C486BF"/>
                </a:solidFill>
                <a:latin typeface="Consolas"/>
                <a:cs typeface="Consolas"/>
              </a:rPr>
              <a:t> </a:t>
            </a: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Home </a:t>
            </a: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from </a:t>
            </a:r>
            <a:r>
              <a:rPr sz="1050" spc="-10" dirty="0">
                <a:solidFill>
                  <a:srgbClr val="A5D5FF"/>
                </a:solidFill>
                <a:latin typeface="Consolas"/>
                <a:cs typeface="Consolas"/>
              </a:rPr>
              <a:t>"./pages/Home/Home"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;</a:t>
            </a:r>
            <a:endParaRPr sz="1050">
              <a:latin typeface="Consolas"/>
              <a:cs typeface="Consolas"/>
            </a:endParaRPr>
          </a:p>
          <a:p>
            <a:pPr marL="240029" indent="-227329">
              <a:lnSpc>
                <a:spcPct val="100000"/>
              </a:lnSpc>
              <a:spcBef>
                <a:spcPts val="165"/>
              </a:spcBef>
              <a:buAutoNum type="alphaLcPeriod"/>
              <a:tabLst>
                <a:tab pos="240029" algn="l"/>
              </a:tabLst>
            </a:pP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import</a:t>
            </a:r>
            <a:r>
              <a:rPr sz="1050" spc="-10" dirty="0">
                <a:solidFill>
                  <a:srgbClr val="C486BF"/>
                </a:solidFill>
                <a:latin typeface="Consolas"/>
                <a:cs typeface="Consolas"/>
              </a:rPr>
              <a:t> </a:t>
            </a: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Cart </a:t>
            </a: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from </a:t>
            </a:r>
            <a:r>
              <a:rPr sz="1050" spc="-10" dirty="0">
                <a:solidFill>
                  <a:srgbClr val="A5D5FF"/>
                </a:solidFill>
                <a:latin typeface="Consolas"/>
                <a:cs typeface="Consolas"/>
              </a:rPr>
              <a:t>"./pages/Cart/Cart"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;</a:t>
            </a:r>
            <a:endParaRPr sz="1050">
              <a:latin typeface="Consolas"/>
              <a:cs typeface="Consolas"/>
            </a:endParaRPr>
          </a:p>
          <a:p>
            <a:pPr marL="240029" indent="-227329">
              <a:lnSpc>
                <a:spcPct val="100000"/>
              </a:lnSpc>
              <a:spcBef>
                <a:spcPts val="165"/>
              </a:spcBef>
              <a:buAutoNum type="alphaLcPeriod"/>
              <a:tabLst>
                <a:tab pos="240029" algn="l"/>
              </a:tabLst>
            </a:pP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import </a:t>
            </a: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PlaceOrder </a:t>
            </a: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from </a:t>
            </a:r>
            <a:r>
              <a:rPr sz="1050" spc="-10" dirty="0">
                <a:solidFill>
                  <a:srgbClr val="A5D5FF"/>
                </a:solidFill>
                <a:latin typeface="Consolas"/>
                <a:cs typeface="Consolas"/>
              </a:rPr>
              <a:t>"./pages/PlaceOrder/PlaceOrder"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;</a:t>
            </a:r>
            <a:endParaRPr sz="1050">
              <a:latin typeface="Consolas"/>
              <a:cs typeface="Consolas"/>
            </a:endParaRPr>
          </a:p>
          <a:p>
            <a:pPr marL="240029" indent="-227329">
              <a:lnSpc>
                <a:spcPct val="100000"/>
              </a:lnSpc>
              <a:spcBef>
                <a:spcPts val="165"/>
              </a:spcBef>
              <a:buAutoNum type="alphaLcPeriod"/>
              <a:tabLst>
                <a:tab pos="240029" algn="l"/>
              </a:tabLst>
            </a:pP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import</a:t>
            </a:r>
            <a:r>
              <a:rPr sz="1050" spc="-10" dirty="0">
                <a:solidFill>
                  <a:srgbClr val="C486BF"/>
                </a:solidFill>
                <a:latin typeface="Consolas"/>
                <a:cs typeface="Consolas"/>
              </a:rPr>
              <a:t> </a:t>
            </a: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Footer </a:t>
            </a: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from </a:t>
            </a:r>
            <a:r>
              <a:rPr sz="1050" spc="-10" dirty="0">
                <a:solidFill>
                  <a:srgbClr val="A5D5FF"/>
                </a:solidFill>
                <a:latin typeface="Consolas"/>
                <a:cs typeface="Consolas"/>
              </a:rPr>
              <a:t>"./components/Footer/Footer"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;</a:t>
            </a:r>
            <a:endParaRPr sz="1050">
              <a:latin typeface="Consolas"/>
              <a:cs typeface="Consolas"/>
            </a:endParaRPr>
          </a:p>
          <a:p>
            <a:pPr marL="240029" indent="-227329">
              <a:lnSpc>
                <a:spcPct val="100000"/>
              </a:lnSpc>
              <a:spcBef>
                <a:spcPts val="165"/>
              </a:spcBef>
              <a:buAutoNum type="alphaLcPeriod"/>
              <a:tabLst>
                <a:tab pos="240029" algn="l"/>
              </a:tabLst>
            </a:pP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import</a:t>
            </a:r>
            <a:r>
              <a:rPr sz="1050" spc="-10" dirty="0">
                <a:solidFill>
                  <a:srgbClr val="C486BF"/>
                </a:solidFill>
                <a:latin typeface="Consolas"/>
                <a:cs typeface="Consolas"/>
              </a:rPr>
              <a:t> </a:t>
            </a: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LoginPopup </a:t>
            </a: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from </a:t>
            </a:r>
            <a:r>
              <a:rPr sz="1050" spc="-10" dirty="0">
                <a:solidFill>
                  <a:srgbClr val="A5D5FF"/>
                </a:solidFill>
                <a:latin typeface="Consolas"/>
                <a:cs typeface="Consolas"/>
              </a:rPr>
              <a:t>"./components/LoginPopup/LoginPopup"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;</a:t>
            </a:r>
            <a:endParaRPr sz="1050">
              <a:latin typeface="Consolas"/>
              <a:cs typeface="Consolas"/>
            </a:endParaRPr>
          </a:p>
          <a:p>
            <a:pPr marL="240029" indent="-227329">
              <a:lnSpc>
                <a:spcPct val="100000"/>
              </a:lnSpc>
              <a:spcBef>
                <a:spcPts val="165"/>
              </a:spcBef>
              <a:buAutoNum type="alphaLcPeriod"/>
              <a:tabLst>
                <a:tab pos="240029" algn="l"/>
              </a:tabLst>
            </a:pP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import </a:t>
            </a: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{ ToastContainer } </a:t>
            </a: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from </a:t>
            </a:r>
            <a:r>
              <a:rPr sz="1050" dirty="0">
                <a:solidFill>
                  <a:srgbClr val="A5D5FF"/>
                </a:solidFill>
                <a:latin typeface="Consolas"/>
                <a:cs typeface="Consolas"/>
              </a:rPr>
              <a:t>"react-</a:t>
            </a:r>
            <a:r>
              <a:rPr sz="1050" spc="-10" dirty="0">
                <a:solidFill>
                  <a:srgbClr val="A5D5FF"/>
                </a:solidFill>
                <a:latin typeface="Consolas"/>
                <a:cs typeface="Consolas"/>
              </a:rPr>
              <a:t>toastify"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;</a:t>
            </a:r>
            <a:endParaRPr sz="1050">
              <a:latin typeface="Consolas"/>
              <a:cs typeface="Consolas"/>
            </a:endParaRPr>
          </a:p>
          <a:p>
            <a:pPr marL="240029" indent="-227329">
              <a:lnSpc>
                <a:spcPct val="100000"/>
              </a:lnSpc>
              <a:spcBef>
                <a:spcPts val="165"/>
              </a:spcBef>
              <a:buAutoNum type="alphaLcPeriod"/>
              <a:tabLst>
                <a:tab pos="240029" algn="l"/>
              </a:tabLst>
            </a:pP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import</a:t>
            </a:r>
            <a:r>
              <a:rPr sz="1050" spc="-10" dirty="0">
                <a:solidFill>
                  <a:srgbClr val="C486BF"/>
                </a:solidFill>
                <a:latin typeface="Consolas"/>
                <a:cs typeface="Consolas"/>
              </a:rPr>
              <a:t> </a:t>
            </a:r>
            <a:r>
              <a:rPr sz="1050" dirty="0">
                <a:solidFill>
                  <a:srgbClr val="A5D5FF"/>
                </a:solidFill>
                <a:latin typeface="Consolas"/>
                <a:cs typeface="Consolas"/>
              </a:rPr>
              <a:t>"react-</a:t>
            </a:r>
            <a:r>
              <a:rPr sz="1050" spc="-10" dirty="0">
                <a:solidFill>
                  <a:srgbClr val="A5D5FF"/>
                </a:solidFill>
                <a:latin typeface="Consolas"/>
                <a:cs typeface="Consolas"/>
              </a:rPr>
              <a:t>toastify/dist/ReactToastify.css"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;</a:t>
            </a:r>
            <a:endParaRPr sz="1050">
              <a:latin typeface="Consolas"/>
              <a:cs typeface="Consolas"/>
            </a:endParaRPr>
          </a:p>
          <a:p>
            <a:pPr marL="240029" indent="-227329">
              <a:lnSpc>
                <a:spcPct val="100000"/>
              </a:lnSpc>
              <a:spcBef>
                <a:spcPts val="165"/>
              </a:spcBef>
              <a:buAutoNum type="alphaLcPeriod"/>
              <a:tabLst>
                <a:tab pos="240029" algn="l"/>
              </a:tabLst>
            </a:pP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import </a:t>
            </a: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Verify </a:t>
            </a: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from </a:t>
            </a:r>
            <a:r>
              <a:rPr sz="1050" spc="-10" dirty="0">
                <a:solidFill>
                  <a:srgbClr val="A5D5FF"/>
                </a:solidFill>
                <a:latin typeface="Consolas"/>
                <a:cs typeface="Consolas"/>
              </a:rPr>
              <a:t>"./pages/Verify/Verify"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;</a:t>
            </a:r>
            <a:endParaRPr sz="1050">
              <a:latin typeface="Consolas"/>
              <a:cs typeface="Consolas"/>
            </a:endParaRPr>
          </a:p>
          <a:p>
            <a:pPr marL="240029" indent="-227329">
              <a:lnSpc>
                <a:spcPct val="100000"/>
              </a:lnSpc>
              <a:spcBef>
                <a:spcPts val="165"/>
              </a:spcBef>
              <a:buAutoNum type="alphaLcPeriod"/>
              <a:tabLst>
                <a:tab pos="240029" algn="l"/>
              </a:tabLst>
            </a:pP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import </a:t>
            </a: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MyOrders </a:t>
            </a: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from </a:t>
            </a:r>
            <a:r>
              <a:rPr sz="1050" spc="-10" dirty="0">
                <a:solidFill>
                  <a:srgbClr val="A5D5FF"/>
                </a:solidFill>
                <a:latin typeface="Consolas"/>
                <a:cs typeface="Consolas"/>
              </a:rPr>
              <a:t>"./pages/MyOrders/MyOrders"</a:t>
            </a:r>
            <a:r>
              <a:rPr sz="1050" spc="-10" dirty="0">
                <a:solidFill>
                  <a:srgbClr val="BABEBE"/>
                </a:solidFill>
                <a:latin typeface="Consolas"/>
                <a:cs typeface="Consolas"/>
              </a:rPr>
              <a:t>;</a:t>
            </a:r>
            <a:endParaRPr sz="1050">
              <a:latin typeface="Consolas"/>
              <a:cs typeface="Consolas"/>
            </a:endParaRPr>
          </a:p>
          <a:p>
            <a:pPr marL="12700">
              <a:lnSpc>
                <a:spcPts val="1395"/>
              </a:lnSpc>
              <a:spcBef>
                <a:spcPts val="15"/>
              </a:spcBef>
            </a:pPr>
            <a:r>
              <a:rPr sz="1200" spc="-25" dirty="0">
                <a:latin typeface="Arial"/>
                <a:cs typeface="Arial"/>
              </a:rPr>
              <a:t>n.</a:t>
            </a:r>
            <a:endParaRPr sz="1200">
              <a:latin typeface="Arial"/>
              <a:cs typeface="Arial"/>
            </a:endParaRPr>
          </a:p>
          <a:p>
            <a:pPr marL="240029" indent="-227329">
              <a:lnSpc>
                <a:spcPts val="1215"/>
              </a:lnSpc>
              <a:buAutoNum type="alphaLcPeriod" startAt="15"/>
              <a:tabLst>
                <a:tab pos="240029" algn="l"/>
              </a:tabLst>
            </a:pPr>
            <a:r>
              <a:rPr sz="1050" dirty="0">
                <a:solidFill>
                  <a:srgbClr val="FF7B72"/>
                </a:solidFill>
                <a:latin typeface="Consolas"/>
                <a:cs typeface="Consolas"/>
              </a:rPr>
              <a:t>const </a:t>
            </a:r>
            <a:r>
              <a:rPr sz="1050" dirty="0">
                <a:solidFill>
                  <a:srgbClr val="D1A7FF"/>
                </a:solidFill>
                <a:latin typeface="Consolas"/>
                <a:cs typeface="Consolas"/>
              </a:rPr>
              <a:t>App </a:t>
            </a:r>
            <a:r>
              <a:rPr sz="1050" dirty="0">
                <a:solidFill>
                  <a:srgbClr val="D4D4D4"/>
                </a:solidFill>
                <a:latin typeface="Consolas"/>
                <a:cs typeface="Consolas"/>
              </a:rPr>
              <a:t>= </a:t>
            </a:r>
            <a:r>
              <a:rPr sz="1050" dirty="0">
                <a:solidFill>
                  <a:srgbClr val="BABEBE"/>
                </a:solidFill>
                <a:latin typeface="Consolas"/>
                <a:cs typeface="Consolas"/>
              </a:rPr>
              <a:t>() </a:t>
            </a:r>
            <a:r>
              <a:rPr sz="1050" dirty="0">
                <a:solidFill>
                  <a:srgbClr val="FF7B72"/>
                </a:solidFill>
                <a:latin typeface="Consolas"/>
                <a:cs typeface="Consolas"/>
              </a:rPr>
              <a:t>=&gt; </a:t>
            </a:r>
            <a:r>
              <a:rPr sz="1050" spc="-50" dirty="0">
                <a:solidFill>
                  <a:srgbClr val="C8D0D9"/>
                </a:solidFill>
                <a:latin typeface="Consolas"/>
                <a:cs typeface="Consolas"/>
              </a:rPr>
              <a:t>{</a:t>
            </a:r>
            <a:endParaRPr sz="1050">
              <a:latin typeface="Consolas"/>
              <a:cs typeface="Consolas"/>
            </a:endParaRPr>
          </a:p>
          <a:p>
            <a:pPr marL="387985" indent="-375285">
              <a:lnSpc>
                <a:spcPct val="100000"/>
              </a:lnSpc>
              <a:spcBef>
                <a:spcPts val="165"/>
              </a:spcBef>
              <a:buClr>
                <a:srgbClr val="C8D0D9"/>
              </a:buClr>
              <a:buAutoNum type="alphaLcPeriod" startAt="15"/>
              <a:tabLst>
                <a:tab pos="387985" algn="l"/>
              </a:tabLst>
            </a:pPr>
            <a:r>
              <a:rPr sz="1050" dirty="0">
                <a:solidFill>
                  <a:srgbClr val="FF7B72"/>
                </a:solidFill>
                <a:latin typeface="Consolas"/>
                <a:cs typeface="Consolas"/>
              </a:rPr>
              <a:t>const </a:t>
            </a: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[</a:t>
            </a:r>
            <a:r>
              <a:rPr sz="1050" dirty="0">
                <a:solidFill>
                  <a:srgbClr val="78BFFF"/>
                </a:solidFill>
                <a:latin typeface="Consolas"/>
                <a:cs typeface="Consolas"/>
              </a:rPr>
              <a:t>showLogin</a:t>
            </a: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, </a:t>
            </a:r>
            <a:r>
              <a:rPr sz="1050" dirty="0">
                <a:solidFill>
                  <a:srgbClr val="D1A7FF"/>
                </a:solidFill>
                <a:latin typeface="Consolas"/>
                <a:cs typeface="Consolas"/>
              </a:rPr>
              <a:t>setShowLogin</a:t>
            </a: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] </a:t>
            </a:r>
            <a:r>
              <a:rPr sz="1050" dirty="0">
                <a:solidFill>
                  <a:srgbClr val="D4D4D4"/>
                </a:solidFill>
                <a:latin typeface="Consolas"/>
                <a:cs typeface="Consolas"/>
              </a:rPr>
              <a:t>= </a:t>
            </a:r>
            <a:r>
              <a:rPr sz="1050" spc="-10" dirty="0">
                <a:solidFill>
                  <a:srgbClr val="D1A7FF"/>
                </a:solidFill>
                <a:latin typeface="Consolas"/>
                <a:cs typeface="Consolas"/>
              </a:rPr>
              <a:t>useState</a:t>
            </a:r>
            <a:r>
              <a:rPr sz="1050" spc="-10" dirty="0">
                <a:solidFill>
                  <a:srgbClr val="C8D0D9"/>
                </a:solidFill>
                <a:latin typeface="Consolas"/>
                <a:cs typeface="Consolas"/>
              </a:rPr>
              <a:t>(</a:t>
            </a:r>
            <a:r>
              <a:rPr sz="1050" spc="-10" dirty="0">
                <a:solidFill>
                  <a:srgbClr val="569CD5"/>
                </a:solidFill>
                <a:latin typeface="Consolas"/>
                <a:cs typeface="Consolas"/>
              </a:rPr>
              <a:t>false</a:t>
            </a:r>
            <a:r>
              <a:rPr sz="1050" spc="-10" dirty="0">
                <a:solidFill>
                  <a:srgbClr val="C8D0D9"/>
                </a:solidFill>
                <a:latin typeface="Consolas"/>
                <a:cs typeface="Consolas"/>
              </a:rPr>
              <a:t>);</a:t>
            </a:r>
            <a:endParaRPr sz="1050">
              <a:latin typeface="Consolas"/>
              <a:cs typeface="Consolas"/>
            </a:endParaRPr>
          </a:p>
          <a:p>
            <a:pPr marL="387985" indent="-375285">
              <a:lnSpc>
                <a:spcPct val="100000"/>
              </a:lnSpc>
              <a:spcBef>
                <a:spcPts val="165"/>
              </a:spcBef>
              <a:buClr>
                <a:srgbClr val="C8D0D9"/>
              </a:buClr>
              <a:buAutoNum type="alphaLcPeriod" startAt="15"/>
              <a:tabLst>
                <a:tab pos="387985" algn="l"/>
              </a:tabLst>
            </a:pP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return </a:t>
            </a:r>
            <a:r>
              <a:rPr sz="1050" spc="-50" dirty="0">
                <a:solidFill>
                  <a:srgbClr val="C8D0D9"/>
                </a:solidFill>
                <a:latin typeface="Consolas"/>
                <a:cs typeface="Consolas"/>
              </a:rPr>
              <a:t>(</a:t>
            </a:r>
            <a:endParaRPr sz="1050">
              <a:latin typeface="Consolas"/>
              <a:cs typeface="Consolas"/>
            </a:endParaRPr>
          </a:p>
          <a:p>
            <a:pPr marL="534035" indent="-521334">
              <a:lnSpc>
                <a:spcPct val="100000"/>
              </a:lnSpc>
              <a:spcBef>
                <a:spcPts val="165"/>
              </a:spcBef>
              <a:buClr>
                <a:srgbClr val="C8D0D9"/>
              </a:buClr>
              <a:buAutoNum type="alphaLcPeriod" startAt="15"/>
              <a:tabLst>
                <a:tab pos="534035" algn="l"/>
              </a:tabLst>
            </a:pPr>
            <a:r>
              <a:rPr sz="1050" spc="-25" dirty="0">
                <a:solidFill>
                  <a:srgbClr val="808080"/>
                </a:solidFill>
                <a:latin typeface="Consolas"/>
                <a:cs typeface="Consolas"/>
              </a:rPr>
              <a:t>&lt;&gt;</a:t>
            </a:r>
            <a:endParaRPr sz="1050">
              <a:latin typeface="Consolas"/>
              <a:cs typeface="Consolas"/>
            </a:endParaRPr>
          </a:p>
          <a:p>
            <a:pPr marL="680720" indent="-668020">
              <a:lnSpc>
                <a:spcPct val="100000"/>
              </a:lnSpc>
              <a:spcBef>
                <a:spcPts val="165"/>
              </a:spcBef>
              <a:buClr>
                <a:srgbClr val="C8D0D9"/>
              </a:buClr>
              <a:buAutoNum type="alphaLcPeriod" startAt="15"/>
              <a:tabLst>
                <a:tab pos="680720" algn="l"/>
              </a:tabLst>
            </a:pPr>
            <a:r>
              <a:rPr sz="1050" dirty="0">
                <a:solidFill>
                  <a:srgbClr val="FF7B72"/>
                </a:solidFill>
                <a:latin typeface="Consolas"/>
                <a:cs typeface="Consolas"/>
              </a:rPr>
              <a:t>{</a:t>
            </a:r>
            <a:r>
              <a:rPr sz="1050" dirty="0">
                <a:solidFill>
                  <a:srgbClr val="78BFFF"/>
                </a:solidFill>
                <a:latin typeface="Consolas"/>
                <a:cs typeface="Consolas"/>
              </a:rPr>
              <a:t>showLogin </a:t>
            </a:r>
            <a:r>
              <a:rPr sz="1050" dirty="0">
                <a:solidFill>
                  <a:srgbClr val="D4D4D4"/>
                </a:solidFill>
                <a:latin typeface="Consolas"/>
                <a:cs typeface="Consolas"/>
              </a:rPr>
              <a:t>? </a:t>
            </a:r>
            <a:r>
              <a:rPr sz="1050" dirty="0">
                <a:solidFill>
                  <a:srgbClr val="808080"/>
                </a:solidFill>
                <a:latin typeface="Consolas"/>
                <a:cs typeface="Consolas"/>
              </a:rPr>
              <a:t>&lt;</a:t>
            </a:r>
            <a:r>
              <a:rPr sz="1050" dirty="0">
                <a:solidFill>
                  <a:srgbClr val="7DE786"/>
                </a:solidFill>
                <a:latin typeface="Consolas"/>
                <a:cs typeface="Consolas"/>
              </a:rPr>
              <a:t>LoginPopup </a:t>
            </a:r>
            <a:r>
              <a:rPr sz="1050" dirty="0">
                <a:solidFill>
                  <a:srgbClr val="9CDBFE"/>
                </a:solidFill>
                <a:latin typeface="Consolas"/>
                <a:cs typeface="Consolas"/>
              </a:rPr>
              <a:t>setShowLogin</a:t>
            </a:r>
            <a:r>
              <a:rPr sz="1050" dirty="0">
                <a:solidFill>
                  <a:srgbClr val="D4D4D4"/>
                </a:solidFill>
                <a:latin typeface="Consolas"/>
                <a:cs typeface="Consolas"/>
              </a:rPr>
              <a:t>=</a:t>
            </a:r>
            <a:r>
              <a:rPr sz="1050" dirty="0">
                <a:solidFill>
                  <a:srgbClr val="FF7B72"/>
                </a:solidFill>
                <a:latin typeface="Consolas"/>
                <a:cs typeface="Consolas"/>
              </a:rPr>
              <a:t>{</a:t>
            </a:r>
            <a:r>
              <a:rPr sz="1050" dirty="0">
                <a:solidFill>
                  <a:srgbClr val="D1A7FF"/>
                </a:solidFill>
                <a:latin typeface="Consolas"/>
                <a:cs typeface="Consolas"/>
              </a:rPr>
              <a:t>setShowLogin</a:t>
            </a:r>
            <a:r>
              <a:rPr sz="1050" dirty="0">
                <a:solidFill>
                  <a:srgbClr val="FF7B72"/>
                </a:solidFill>
                <a:latin typeface="Consolas"/>
                <a:cs typeface="Consolas"/>
              </a:rPr>
              <a:t>} </a:t>
            </a:r>
            <a:r>
              <a:rPr sz="1050" dirty="0">
                <a:solidFill>
                  <a:srgbClr val="808080"/>
                </a:solidFill>
                <a:latin typeface="Consolas"/>
                <a:cs typeface="Consolas"/>
              </a:rPr>
              <a:t>/&gt; </a:t>
            </a:r>
            <a:r>
              <a:rPr sz="1050" dirty="0">
                <a:solidFill>
                  <a:srgbClr val="D4D4D4"/>
                </a:solidFill>
                <a:latin typeface="Consolas"/>
                <a:cs typeface="Consolas"/>
              </a:rPr>
              <a:t>: </a:t>
            </a:r>
            <a:r>
              <a:rPr sz="1050" spc="-10" dirty="0">
                <a:solidFill>
                  <a:srgbClr val="808080"/>
                </a:solidFill>
                <a:latin typeface="Consolas"/>
                <a:cs typeface="Consolas"/>
              </a:rPr>
              <a:t>&lt;&gt;&lt;/&gt;</a:t>
            </a:r>
            <a:r>
              <a:rPr sz="1050" spc="-10" dirty="0">
                <a:solidFill>
                  <a:srgbClr val="FF7B72"/>
                </a:solidFill>
                <a:latin typeface="Consolas"/>
                <a:cs typeface="Consolas"/>
              </a:rPr>
              <a:t>}</a:t>
            </a:r>
            <a:endParaRPr sz="1050">
              <a:latin typeface="Consolas"/>
              <a:cs typeface="Consolas"/>
            </a:endParaRPr>
          </a:p>
          <a:p>
            <a:pPr marL="680720" indent="-668020">
              <a:lnSpc>
                <a:spcPct val="100000"/>
              </a:lnSpc>
              <a:spcBef>
                <a:spcPts val="165"/>
              </a:spcBef>
              <a:buClr>
                <a:srgbClr val="C8D0D9"/>
              </a:buClr>
              <a:buAutoNum type="alphaLcPeriod" startAt="15"/>
              <a:tabLst>
                <a:tab pos="680720" algn="l"/>
              </a:tabLst>
            </a:pPr>
            <a:r>
              <a:rPr sz="1050" dirty="0">
                <a:solidFill>
                  <a:srgbClr val="808080"/>
                </a:solidFill>
                <a:latin typeface="Consolas"/>
                <a:cs typeface="Consolas"/>
              </a:rPr>
              <a:t>&lt;</a:t>
            </a:r>
            <a:r>
              <a:rPr sz="1050" dirty="0">
                <a:solidFill>
                  <a:srgbClr val="7DE786"/>
                </a:solidFill>
                <a:latin typeface="Consolas"/>
                <a:cs typeface="Consolas"/>
              </a:rPr>
              <a:t>div </a:t>
            </a:r>
            <a:r>
              <a:rPr sz="1050" spc="-10" dirty="0">
                <a:solidFill>
                  <a:srgbClr val="9CDBFE"/>
                </a:solidFill>
                <a:latin typeface="Consolas"/>
                <a:cs typeface="Consolas"/>
              </a:rPr>
              <a:t>className</a:t>
            </a:r>
            <a:r>
              <a:rPr sz="1050" spc="-10" dirty="0">
                <a:solidFill>
                  <a:srgbClr val="D4D4D4"/>
                </a:solidFill>
                <a:latin typeface="Consolas"/>
                <a:cs typeface="Consolas"/>
              </a:rPr>
              <a:t>=</a:t>
            </a:r>
            <a:r>
              <a:rPr sz="1050" spc="-10" dirty="0">
                <a:solidFill>
                  <a:srgbClr val="A5D5FF"/>
                </a:solidFill>
                <a:latin typeface="Consolas"/>
                <a:cs typeface="Consolas"/>
              </a:rPr>
              <a:t>"app"</a:t>
            </a:r>
            <a:r>
              <a:rPr sz="1050" spc="-10" dirty="0">
                <a:solidFill>
                  <a:srgbClr val="808080"/>
                </a:solidFill>
                <a:latin typeface="Consolas"/>
                <a:cs typeface="Consolas"/>
              </a:rPr>
              <a:t>&gt;</a:t>
            </a:r>
            <a:endParaRPr sz="1050">
              <a:latin typeface="Consolas"/>
              <a:cs typeface="Consolas"/>
            </a:endParaRPr>
          </a:p>
          <a:p>
            <a:pPr marL="827405" indent="-814705">
              <a:lnSpc>
                <a:spcPct val="100000"/>
              </a:lnSpc>
              <a:spcBef>
                <a:spcPts val="165"/>
              </a:spcBef>
              <a:buClr>
                <a:srgbClr val="C8D0D9"/>
              </a:buClr>
              <a:buAutoNum type="alphaLcPeriod" startAt="15"/>
              <a:tabLst>
                <a:tab pos="827405" algn="l"/>
              </a:tabLst>
            </a:pPr>
            <a:r>
              <a:rPr sz="1050" dirty="0">
                <a:solidFill>
                  <a:srgbClr val="808080"/>
                </a:solidFill>
                <a:latin typeface="Consolas"/>
                <a:cs typeface="Consolas"/>
              </a:rPr>
              <a:t>&lt;</a:t>
            </a:r>
            <a:r>
              <a:rPr sz="1050" dirty="0">
                <a:solidFill>
                  <a:srgbClr val="7DE786"/>
                </a:solidFill>
                <a:latin typeface="Consolas"/>
                <a:cs typeface="Consolas"/>
              </a:rPr>
              <a:t>ToastContainer </a:t>
            </a:r>
            <a:r>
              <a:rPr sz="1050" spc="-25" dirty="0">
                <a:solidFill>
                  <a:srgbClr val="808080"/>
                </a:solidFill>
                <a:latin typeface="Consolas"/>
                <a:cs typeface="Consolas"/>
              </a:rPr>
              <a:t>/&gt;</a:t>
            </a:r>
            <a:endParaRPr sz="1050">
              <a:latin typeface="Consolas"/>
              <a:cs typeface="Consolas"/>
            </a:endParaRPr>
          </a:p>
          <a:p>
            <a:pPr marL="827405" indent="-814705">
              <a:lnSpc>
                <a:spcPct val="100000"/>
              </a:lnSpc>
              <a:spcBef>
                <a:spcPts val="165"/>
              </a:spcBef>
              <a:buClr>
                <a:srgbClr val="C8D0D9"/>
              </a:buClr>
              <a:buAutoNum type="alphaLcPeriod" startAt="15"/>
              <a:tabLst>
                <a:tab pos="827405" algn="l"/>
              </a:tabLst>
            </a:pPr>
            <a:r>
              <a:rPr sz="1050" dirty="0">
                <a:solidFill>
                  <a:srgbClr val="808080"/>
                </a:solidFill>
                <a:latin typeface="Consolas"/>
                <a:cs typeface="Consolas"/>
              </a:rPr>
              <a:t>&lt;</a:t>
            </a:r>
            <a:r>
              <a:rPr sz="1050" dirty="0">
                <a:solidFill>
                  <a:srgbClr val="7DE786"/>
                </a:solidFill>
                <a:latin typeface="Consolas"/>
                <a:cs typeface="Consolas"/>
              </a:rPr>
              <a:t>Navbar </a:t>
            </a:r>
            <a:r>
              <a:rPr sz="1050" dirty="0">
                <a:solidFill>
                  <a:srgbClr val="9CDBFE"/>
                </a:solidFill>
                <a:latin typeface="Consolas"/>
                <a:cs typeface="Consolas"/>
              </a:rPr>
              <a:t>setShowLogin</a:t>
            </a:r>
            <a:r>
              <a:rPr sz="1050" dirty="0">
                <a:solidFill>
                  <a:srgbClr val="D4D4D4"/>
                </a:solidFill>
                <a:latin typeface="Consolas"/>
                <a:cs typeface="Consolas"/>
              </a:rPr>
              <a:t>=</a:t>
            </a:r>
            <a:r>
              <a:rPr sz="1050" dirty="0">
                <a:solidFill>
                  <a:srgbClr val="FF7B72"/>
                </a:solidFill>
                <a:latin typeface="Consolas"/>
                <a:cs typeface="Consolas"/>
              </a:rPr>
              <a:t>{</a:t>
            </a:r>
            <a:r>
              <a:rPr sz="1050" dirty="0">
                <a:solidFill>
                  <a:srgbClr val="D1A7FF"/>
                </a:solidFill>
                <a:latin typeface="Consolas"/>
                <a:cs typeface="Consolas"/>
              </a:rPr>
              <a:t>setShowLogin</a:t>
            </a:r>
            <a:r>
              <a:rPr sz="1050" dirty="0">
                <a:solidFill>
                  <a:srgbClr val="FF7B72"/>
                </a:solidFill>
                <a:latin typeface="Consolas"/>
                <a:cs typeface="Consolas"/>
              </a:rPr>
              <a:t>} </a:t>
            </a:r>
            <a:r>
              <a:rPr sz="1050" spc="-25" dirty="0">
                <a:solidFill>
                  <a:srgbClr val="808080"/>
                </a:solidFill>
                <a:latin typeface="Consolas"/>
                <a:cs typeface="Consolas"/>
              </a:rPr>
              <a:t>/&gt;</a:t>
            </a:r>
            <a:endParaRPr sz="1050">
              <a:latin typeface="Consolas"/>
              <a:cs typeface="Consolas"/>
            </a:endParaRPr>
          </a:p>
          <a:p>
            <a:pPr marL="827405" indent="-814705">
              <a:lnSpc>
                <a:spcPct val="100000"/>
              </a:lnSpc>
              <a:spcBef>
                <a:spcPts val="165"/>
              </a:spcBef>
              <a:buClr>
                <a:srgbClr val="C8D0D9"/>
              </a:buClr>
              <a:buAutoNum type="alphaLcPeriod" startAt="15"/>
              <a:tabLst>
                <a:tab pos="827405" algn="l"/>
              </a:tabLst>
            </a:pPr>
            <a:r>
              <a:rPr sz="1050" spc="-10" dirty="0">
                <a:solidFill>
                  <a:srgbClr val="808080"/>
                </a:solidFill>
                <a:latin typeface="Consolas"/>
                <a:cs typeface="Consolas"/>
              </a:rPr>
              <a:t>&lt;</a:t>
            </a:r>
            <a:r>
              <a:rPr sz="1050" spc="-10" dirty="0">
                <a:solidFill>
                  <a:srgbClr val="7DE786"/>
                </a:solidFill>
                <a:latin typeface="Consolas"/>
                <a:cs typeface="Consolas"/>
              </a:rPr>
              <a:t>Routes</a:t>
            </a:r>
            <a:r>
              <a:rPr sz="1050" spc="-10" dirty="0">
                <a:solidFill>
                  <a:srgbClr val="808080"/>
                </a:solidFill>
                <a:latin typeface="Consolas"/>
                <a:cs typeface="Consolas"/>
              </a:rPr>
              <a:t>&gt;</a:t>
            </a:r>
            <a:endParaRPr sz="1050">
              <a:latin typeface="Consolas"/>
              <a:cs typeface="Consolas"/>
            </a:endParaRPr>
          </a:p>
          <a:p>
            <a:pPr marL="974090" indent="-961390">
              <a:lnSpc>
                <a:spcPct val="100000"/>
              </a:lnSpc>
              <a:spcBef>
                <a:spcPts val="165"/>
              </a:spcBef>
              <a:buClr>
                <a:srgbClr val="C8D0D9"/>
              </a:buClr>
              <a:buAutoNum type="alphaLcPeriod" startAt="24"/>
              <a:tabLst>
                <a:tab pos="974090" algn="l"/>
              </a:tabLst>
            </a:pPr>
            <a:r>
              <a:rPr sz="1050" dirty="0">
                <a:solidFill>
                  <a:srgbClr val="808080"/>
                </a:solidFill>
                <a:latin typeface="Consolas"/>
                <a:cs typeface="Consolas"/>
              </a:rPr>
              <a:t>&lt;</a:t>
            </a:r>
            <a:r>
              <a:rPr sz="1050" dirty="0">
                <a:solidFill>
                  <a:srgbClr val="7DE786"/>
                </a:solidFill>
                <a:latin typeface="Consolas"/>
                <a:cs typeface="Consolas"/>
              </a:rPr>
              <a:t>Route </a:t>
            </a:r>
            <a:r>
              <a:rPr sz="1050" dirty="0">
                <a:solidFill>
                  <a:srgbClr val="9CDBFE"/>
                </a:solidFill>
                <a:latin typeface="Consolas"/>
                <a:cs typeface="Consolas"/>
              </a:rPr>
              <a:t>path</a:t>
            </a:r>
            <a:r>
              <a:rPr sz="1050" dirty="0">
                <a:solidFill>
                  <a:srgbClr val="D4D4D4"/>
                </a:solidFill>
                <a:latin typeface="Consolas"/>
                <a:cs typeface="Consolas"/>
              </a:rPr>
              <a:t>=</a:t>
            </a:r>
            <a:r>
              <a:rPr sz="1050" dirty="0">
                <a:solidFill>
                  <a:srgbClr val="A5D5FF"/>
                </a:solidFill>
                <a:latin typeface="Consolas"/>
                <a:cs typeface="Consolas"/>
              </a:rPr>
              <a:t>"/" </a:t>
            </a:r>
            <a:r>
              <a:rPr sz="1050" dirty="0">
                <a:solidFill>
                  <a:srgbClr val="9CDBFE"/>
                </a:solidFill>
                <a:latin typeface="Consolas"/>
                <a:cs typeface="Consolas"/>
              </a:rPr>
              <a:t>element</a:t>
            </a:r>
            <a:r>
              <a:rPr sz="1050" dirty="0">
                <a:solidFill>
                  <a:srgbClr val="D4D4D4"/>
                </a:solidFill>
                <a:latin typeface="Consolas"/>
                <a:cs typeface="Consolas"/>
              </a:rPr>
              <a:t>=</a:t>
            </a:r>
            <a:r>
              <a:rPr sz="1050" dirty="0">
                <a:solidFill>
                  <a:srgbClr val="FF7B72"/>
                </a:solidFill>
                <a:latin typeface="Consolas"/>
                <a:cs typeface="Consolas"/>
              </a:rPr>
              <a:t>{</a:t>
            </a:r>
            <a:r>
              <a:rPr sz="1050" dirty="0">
                <a:solidFill>
                  <a:srgbClr val="808080"/>
                </a:solidFill>
                <a:latin typeface="Consolas"/>
                <a:cs typeface="Consolas"/>
              </a:rPr>
              <a:t>&lt;</a:t>
            </a:r>
            <a:r>
              <a:rPr sz="1050" dirty="0">
                <a:solidFill>
                  <a:srgbClr val="7DE786"/>
                </a:solidFill>
                <a:latin typeface="Consolas"/>
                <a:cs typeface="Consolas"/>
              </a:rPr>
              <a:t>Home </a:t>
            </a:r>
            <a:r>
              <a:rPr sz="1050" dirty="0">
                <a:solidFill>
                  <a:srgbClr val="808080"/>
                </a:solidFill>
                <a:latin typeface="Consolas"/>
                <a:cs typeface="Consolas"/>
              </a:rPr>
              <a:t>/&gt;</a:t>
            </a:r>
            <a:r>
              <a:rPr sz="1050" dirty="0">
                <a:solidFill>
                  <a:srgbClr val="FF7B72"/>
                </a:solidFill>
                <a:latin typeface="Consolas"/>
                <a:cs typeface="Consolas"/>
              </a:rPr>
              <a:t>} </a:t>
            </a:r>
            <a:r>
              <a:rPr sz="1050" spc="-25" dirty="0">
                <a:solidFill>
                  <a:srgbClr val="808080"/>
                </a:solidFill>
                <a:latin typeface="Consolas"/>
                <a:cs typeface="Consolas"/>
              </a:rPr>
              <a:t>/&gt;</a:t>
            </a:r>
            <a:endParaRPr sz="1050">
              <a:latin typeface="Consolas"/>
              <a:cs typeface="Consolas"/>
            </a:endParaRPr>
          </a:p>
          <a:p>
            <a:pPr marL="974090" indent="-961390">
              <a:lnSpc>
                <a:spcPct val="100000"/>
              </a:lnSpc>
              <a:spcBef>
                <a:spcPts val="165"/>
              </a:spcBef>
              <a:buClr>
                <a:srgbClr val="C8D0D9"/>
              </a:buClr>
              <a:buAutoNum type="alphaLcPeriod" startAt="24"/>
              <a:tabLst>
                <a:tab pos="974090" algn="l"/>
              </a:tabLst>
            </a:pPr>
            <a:r>
              <a:rPr sz="1050" dirty="0">
                <a:solidFill>
                  <a:srgbClr val="808080"/>
                </a:solidFill>
                <a:latin typeface="Consolas"/>
                <a:cs typeface="Consolas"/>
              </a:rPr>
              <a:t>&lt;</a:t>
            </a:r>
            <a:r>
              <a:rPr sz="1050" dirty="0">
                <a:solidFill>
                  <a:srgbClr val="7DE786"/>
                </a:solidFill>
                <a:latin typeface="Consolas"/>
                <a:cs typeface="Consolas"/>
              </a:rPr>
              <a:t>Route </a:t>
            </a:r>
            <a:r>
              <a:rPr sz="1050" dirty="0">
                <a:solidFill>
                  <a:srgbClr val="9CDBFE"/>
                </a:solidFill>
                <a:latin typeface="Consolas"/>
                <a:cs typeface="Consolas"/>
              </a:rPr>
              <a:t>path</a:t>
            </a:r>
            <a:r>
              <a:rPr sz="1050" dirty="0">
                <a:solidFill>
                  <a:srgbClr val="D4D4D4"/>
                </a:solidFill>
                <a:latin typeface="Consolas"/>
                <a:cs typeface="Consolas"/>
              </a:rPr>
              <a:t>=</a:t>
            </a:r>
            <a:r>
              <a:rPr sz="1050" dirty="0">
                <a:solidFill>
                  <a:srgbClr val="A5D5FF"/>
                </a:solidFill>
                <a:latin typeface="Consolas"/>
                <a:cs typeface="Consolas"/>
              </a:rPr>
              <a:t>"/cart" </a:t>
            </a:r>
            <a:r>
              <a:rPr sz="1050" dirty="0">
                <a:solidFill>
                  <a:srgbClr val="9CDBFE"/>
                </a:solidFill>
                <a:latin typeface="Consolas"/>
                <a:cs typeface="Consolas"/>
              </a:rPr>
              <a:t>element</a:t>
            </a:r>
            <a:r>
              <a:rPr sz="1050" dirty="0">
                <a:solidFill>
                  <a:srgbClr val="D4D4D4"/>
                </a:solidFill>
                <a:latin typeface="Consolas"/>
                <a:cs typeface="Consolas"/>
              </a:rPr>
              <a:t>=</a:t>
            </a:r>
            <a:r>
              <a:rPr sz="1050" dirty="0">
                <a:solidFill>
                  <a:srgbClr val="FF7B72"/>
                </a:solidFill>
                <a:latin typeface="Consolas"/>
                <a:cs typeface="Consolas"/>
              </a:rPr>
              <a:t>{</a:t>
            </a:r>
            <a:r>
              <a:rPr sz="1050" dirty="0">
                <a:solidFill>
                  <a:srgbClr val="808080"/>
                </a:solidFill>
                <a:latin typeface="Consolas"/>
                <a:cs typeface="Consolas"/>
              </a:rPr>
              <a:t>&lt;</a:t>
            </a:r>
            <a:r>
              <a:rPr sz="1050" dirty="0">
                <a:solidFill>
                  <a:srgbClr val="7DE786"/>
                </a:solidFill>
                <a:latin typeface="Consolas"/>
                <a:cs typeface="Consolas"/>
              </a:rPr>
              <a:t>Cart </a:t>
            </a:r>
            <a:r>
              <a:rPr sz="1050" dirty="0">
                <a:solidFill>
                  <a:srgbClr val="808080"/>
                </a:solidFill>
                <a:latin typeface="Consolas"/>
                <a:cs typeface="Consolas"/>
              </a:rPr>
              <a:t>/&gt;</a:t>
            </a:r>
            <a:r>
              <a:rPr sz="1050" dirty="0">
                <a:solidFill>
                  <a:srgbClr val="FF7B72"/>
                </a:solidFill>
                <a:latin typeface="Consolas"/>
                <a:cs typeface="Consolas"/>
              </a:rPr>
              <a:t>} </a:t>
            </a:r>
            <a:r>
              <a:rPr sz="1050" spc="-25" dirty="0">
                <a:solidFill>
                  <a:srgbClr val="808080"/>
                </a:solidFill>
                <a:latin typeface="Consolas"/>
                <a:cs typeface="Consolas"/>
              </a:rPr>
              <a:t>/&gt;</a:t>
            </a:r>
            <a:endParaRPr sz="1050">
              <a:latin typeface="Consolas"/>
              <a:cs typeface="Consolas"/>
            </a:endParaRPr>
          </a:p>
          <a:p>
            <a:pPr marL="974090" indent="-961390">
              <a:lnSpc>
                <a:spcPct val="100000"/>
              </a:lnSpc>
              <a:spcBef>
                <a:spcPts val="165"/>
              </a:spcBef>
              <a:buClr>
                <a:srgbClr val="C8D0D9"/>
              </a:buClr>
              <a:buAutoNum type="alphaLcPeriod" startAt="24"/>
              <a:tabLst>
                <a:tab pos="974090" algn="l"/>
              </a:tabLst>
            </a:pPr>
            <a:r>
              <a:rPr sz="1050" dirty="0">
                <a:solidFill>
                  <a:srgbClr val="808080"/>
                </a:solidFill>
                <a:latin typeface="Consolas"/>
                <a:cs typeface="Consolas"/>
              </a:rPr>
              <a:t>&lt;</a:t>
            </a:r>
            <a:r>
              <a:rPr sz="1050" dirty="0">
                <a:solidFill>
                  <a:srgbClr val="7DE786"/>
                </a:solidFill>
                <a:latin typeface="Consolas"/>
                <a:cs typeface="Consolas"/>
              </a:rPr>
              <a:t>Route </a:t>
            </a:r>
            <a:r>
              <a:rPr sz="1050" dirty="0">
                <a:solidFill>
                  <a:srgbClr val="9CDBFE"/>
                </a:solidFill>
                <a:latin typeface="Consolas"/>
                <a:cs typeface="Consolas"/>
              </a:rPr>
              <a:t>path</a:t>
            </a:r>
            <a:r>
              <a:rPr sz="1050" dirty="0">
                <a:solidFill>
                  <a:srgbClr val="D4D4D4"/>
                </a:solidFill>
                <a:latin typeface="Consolas"/>
                <a:cs typeface="Consolas"/>
              </a:rPr>
              <a:t>=</a:t>
            </a:r>
            <a:r>
              <a:rPr sz="1050" dirty="0">
                <a:solidFill>
                  <a:srgbClr val="A5D5FF"/>
                </a:solidFill>
                <a:latin typeface="Consolas"/>
                <a:cs typeface="Consolas"/>
              </a:rPr>
              <a:t>"/order" </a:t>
            </a:r>
            <a:r>
              <a:rPr sz="1050" dirty="0">
                <a:solidFill>
                  <a:srgbClr val="9CDBFE"/>
                </a:solidFill>
                <a:latin typeface="Consolas"/>
                <a:cs typeface="Consolas"/>
              </a:rPr>
              <a:t>element</a:t>
            </a:r>
            <a:r>
              <a:rPr sz="1050" dirty="0">
                <a:solidFill>
                  <a:srgbClr val="D4D4D4"/>
                </a:solidFill>
                <a:latin typeface="Consolas"/>
                <a:cs typeface="Consolas"/>
              </a:rPr>
              <a:t>=</a:t>
            </a:r>
            <a:r>
              <a:rPr sz="1050" dirty="0">
                <a:solidFill>
                  <a:srgbClr val="FF7B72"/>
                </a:solidFill>
                <a:latin typeface="Consolas"/>
                <a:cs typeface="Consolas"/>
              </a:rPr>
              <a:t>{</a:t>
            </a:r>
            <a:r>
              <a:rPr sz="1050" dirty="0">
                <a:solidFill>
                  <a:srgbClr val="808080"/>
                </a:solidFill>
                <a:latin typeface="Consolas"/>
                <a:cs typeface="Consolas"/>
              </a:rPr>
              <a:t>&lt;</a:t>
            </a:r>
            <a:r>
              <a:rPr sz="1050" dirty="0">
                <a:solidFill>
                  <a:srgbClr val="7DE786"/>
                </a:solidFill>
                <a:latin typeface="Consolas"/>
                <a:cs typeface="Consolas"/>
              </a:rPr>
              <a:t>PlaceOrder </a:t>
            </a:r>
            <a:r>
              <a:rPr sz="1050" dirty="0">
                <a:solidFill>
                  <a:srgbClr val="808080"/>
                </a:solidFill>
                <a:latin typeface="Consolas"/>
                <a:cs typeface="Consolas"/>
              </a:rPr>
              <a:t>/&gt;</a:t>
            </a:r>
            <a:r>
              <a:rPr sz="1050" dirty="0">
                <a:solidFill>
                  <a:srgbClr val="FF7B72"/>
                </a:solidFill>
                <a:latin typeface="Consolas"/>
                <a:cs typeface="Consolas"/>
              </a:rPr>
              <a:t>} </a:t>
            </a:r>
            <a:r>
              <a:rPr sz="1050" spc="-25" dirty="0">
                <a:solidFill>
                  <a:srgbClr val="808080"/>
                </a:solidFill>
                <a:latin typeface="Consolas"/>
                <a:cs typeface="Consolas"/>
              </a:rPr>
              <a:t>/&gt;</a:t>
            </a:r>
            <a:endParaRPr sz="1050">
              <a:latin typeface="Consolas"/>
              <a:cs typeface="Consolas"/>
            </a:endParaRPr>
          </a:p>
          <a:p>
            <a:pPr marL="12700" marR="746760" indent="879475">
              <a:lnSpc>
                <a:spcPct val="113100"/>
              </a:lnSpc>
              <a:buAutoNum type="alphaLcPeriod" startAt="24"/>
              <a:tabLst>
                <a:tab pos="892175" algn="l"/>
                <a:tab pos="1038860" algn="l"/>
              </a:tabLst>
            </a:pP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	</a:t>
            </a:r>
            <a:r>
              <a:rPr sz="1050" dirty="0">
                <a:solidFill>
                  <a:srgbClr val="808080"/>
                </a:solidFill>
                <a:latin typeface="Consolas"/>
                <a:cs typeface="Consolas"/>
              </a:rPr>
              <a:t>&lt;</a:t>
            </a:r>
            <a:r>
              <a:rPr sz="1050" dirty="0">
                <a:solidFill>
                  <a:srgbClr val="7DE786"/>
                </a:solidFill>
                <a:latin typeface="Consolas"/>
                <a:cs typeface="Consolas"/>
              </a:rPr>
              <a:t>Route </a:t>
            </a:r>
            <a:r>
              <a:rPr sz="1050" dirty="0">
                <a:solidFill>
                  <a:srgbClr val="9CDBFE"/>
                </a:solidFill>
                <a:latin typeface="Consolas"/>
                <a:cs typeface="Consolas"/>
              </a:rPr>
              <a:t>path</a:t>
            </a:r>
            <a:r>
              <a:rPr sz="1050" dirty="0">
                <a:solidFill>
                  <a:srgbClr val="D4D4D4"/>
                </a:solidFill>
                <a:latin typeface="Consolas"/>
                <a:cs typeface="Consolas"/>
              </a:rPr>
              <a:t>=</a:t>
            </a:r>
            <a:r>
              <a:rPr sz="1050" dirty="0">
                <a:solidFill>
                  <a:srgbClr val="A5D5FF"/>
                </a:solidFill>
                <a:latin typeface="Consolas"/>
                <a:cs typeface="Consolas"/>
              </a:rPr>
              <a:t>"/verify" </a:t>
            </a:r>
            <a:r>
              <a:rPr sz="1050" dirty="0">
                <a:solidFill>
                  <a:srgbClr val="9CDBFE"/>
                </a:solidFill>
                <a:latin typeface="Consolas"/>
                <a:cs typeface="Consolas"/>
              </a:rPr>
              <a:t>element</a:t>
            </a:r>
            <a:r>
              <a:rPr sz="1050" dirty="0">
                <a:solidFill>
                  <a:srgbClr val="D4D4D4"/>
                </a:solidFill>
                <a:latin typeface="Consolas"/>
                <a:cs typeface="Consolas"/>
              </a:rPr>
              <a:t>=</a:t>
            </a:r>
            <a:r>
              <a:rPr sz="1050" dirty="0">
                <a:solidFill>
                  <a:srgbClr val="FF7B72"/>
                </a:solidFill>
                <a:latin typeface="Consolas"/>
                <a:cs typeface="Consolas"/>
              </a:rPr>
              <a:t>{</a:t>
            </a:r>
            <a:r>
              <a:rPr sz="1050" dirty="0">
                <a:solidFill>
                  <a:srgbClr val="808080"/>
                </a:solidFill>
                <a:latin typeface="Consolas"/>
                <a:cs typeface="Consolas"/>
              </a:rPr>
              <a:t>&lt;</a:t>
            </a:r>
            <a:r>
              <a:rPr sz="1050" dirty="0">
                <a:solidFill>
                  <a:srgbClr val="7DE786"/>
                </a:solidFill>
                <a:latin typeface="Consolas"/>
                <a:cs typeface="Consolas"/>
              </a:rPr>
              <a:t>Verify </a:t>
            </a:r>
            <a:r>
              <a:rPr sz="1050" dirty="0">
                <a:solidFill>
                  <a:srgbClr val="808080"/>
                </a:solidFill>
                <a:latin typeface="Consolas"/>
                <a:cs typeface="Consolas"/>
              </a:rPr>
              <a:t>/&gt;</a:t>
            </a:r>
            <a:r>
              <a:rPr sz="1050" dirty="0">
                <a:solidFill>
                  <a:srgbClr val="FF7B72"/>
                </a:solidFill>
                <a:latin typeface="Consolas"/>
                <a:cs typeface="Consolas"/>
              </a:rPr>
              <a:t>} </a:t>
            </a:r>
            <a:r>
              <a:rPr sz="1050" spc="-25" dirty="0">
                <a:solidFill>
                  <a:srgbClr val="808080"/>
                </a:solidFill>
                <a:latin typeface="Consolas"/>
                <a:cs typeface="Consolas"/>
              </a:rPr>
              <a:t>/&gt;</a:t>
            </a:r>
            <a:r>
              <a:rPr sz="1050" spc="500" dirty="0">
                <a:solidFill>
                  <a:srgbClr val="808080"/>
                </a:solidFill>
                <a:latin typeface="Consolas"/>
                <a:cs typeface="Consolas"/>
              </a:rPr>
              <a:t> </a:t>
            </a:r>
            <a:r>
              <a:rPr sz="1050" spc="-25" dirty="0">
                <a:solidFill>
                  <a:srgbClr val="C8D0D9"/>
                </a:solidFill>
                <a:latin typeface="Consolas"/>
                <a:cs typeface="Consolas"/>
              </a:rPr>
              <a:t>ab.</a:t>
            </a: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		</a:t>
            </a:r>
            <a:r>
              <a:rPr sz="1050" dirty="0">
                <a:solidFill>
                  <a:srgbClr val="808080"/>
                </a:solidFill>
                <a:latin typeface="Consolas"/>
                <a:cs typeface="Consolas"/>
              </a:rPr>
              <a:t>&lt;</a:t>
            </a:r>
            <a:r>
              <a:rPr sz="1050" dirty="0">
                <a:solidFill>
                  <a:srgbClr val="7DE786"/>
                </a:solidFill>
                <a:latin typeface="Consolas"/>
                <a:cs typeface="Consolas"/>
              </a:rPr>
              <a:t>Route </a:t>
            </a:r>
            <a:r>
              <a:rPr sz="1050" dirty="0">
                <a:solidFill>
                  <a:srgbClr val="9CDBFE"/>
                </a:solidFill>
                <a:latin typeface="Consolas"/>
                <a:cs typeface="Consolas"/>
              </a:rPr>
              <a:t>path</a:t>
            </a:r>
            <a:r>
              <a:rPr sz="1050" dirty="0">
                <a:solidFill>
                  <a:srgbClr val="D4D4D4"/>
                </a:solidFill>
                <a:latin typeface="Consolas"/>
                <a:cs typeface="Consolas"/>
              </a:rPr>
              <a:t>=</a:t>
            </a:r>
            <a:r>
              <a:rPr sz="1050" dirty="0">
                <a:solidFill>
                  <a:srgbClr val="A5D5FF"/>
                </a:solidFill>
                <a:latin typeface="Consolas"/>
                <a:cs typeface="Consolas"/>
              </a:rPr>
              <a:t>"/myorders" </a:t>
            </a:r>
            <a:r>
              <a:rPr sz="1050" dirty="0">
                <a:solidFill>
                  <a:srgbClr val="9CDBFE"/>
                </a:solidFill>
                <a:latin typeface="Consolas"/>
                <a:cs typeface="Consolas"/>
              </a:rPr>
              <a:t>element</a:t>
            </a:r>
            <a:r>
              <a:rPr sz="1050" dirty="0">
                <a:solidFill>
                  <a:srgbClr val="D4D4D4"/>
                </a:solidFill>
                <a:latin typeface="Consolas"/>
                <a:cs typeface="Consolas"/>
              </a:rPr>
              <a:t>=</a:t>
            </a:r>
            <a:r>
              <a:rPr sz="1050" dirty="0">
                <a:solidFill>
                  <a:srgbClr val="FF7B72"/>
                </a:solidFill>
                <a:latin typeface="Consolas"/>
                <a:cs typeface="Consolas"/>
              </a:rPr>
              <a:t>{</a:t>
            </a:r>
            <a:r>
              <a:rPr sz="1050" dirty="0">
                <a:solidFill>
                  <a:srgbClr val="808080"/>
                </a:solidFill>
                <a:latin typeface="Consolas"/>
                <a:cs typeface="Consolas"/>
              </a:rPr>
              <a:t>&lt;</a:t>
            </a:r>
            <a:r>
              <a:rPr sz="1050" dirty="0">
                <a:solidFill>
                  <a:srgbClr val="7DE786"/>
                </a:solidFill>
                <a:latin typeface="Consolas"/>
                <a:cs typeface="Consolas"/>
              </a:rPr>
              <a:t>MyOrders </a:t>
            </a:r>
            <a:r>
              <a:rPr sz="1050" dirty="0">
                <a:solidFill>
                  <a:srgbClr val="808080"/>
                </a:solidFill>
                <a:latin typeface="Consolas"/>
                <a:cs typeface="Consolas"/>
              </a:rPr>
              <a:t>/&gt;</a:t>
            </a:r>
            <a:r>
              <a:rPr sz="1050" dirty="0">
                <a:solidFill>
                  <a:srgbClr val="FF7B72"/>
                </a:solidFill>
                <a:latin typeface="Consolas"/>
                <a:cs typeface="Consolas"/>
              </a:rPr>
              <a:t>} </a:t>
            </a:r>
            <a:r>
              <a:rPr sz="1050" spc="-25" dirty="0">
                <a:solidFill>
                  <a:srgbClr val="808080"/>
                </a:solidFill>
                <a:latin typeface="Consolas"/>
                <a:cs typeface="Consolas"/>
              </a:rPr>
              <a:t>/&gt; </a:t>
            </a:r>
            <a:r>
              <a:rPr sz="1050" spc="-25" dirty="0">
                <a:solidFill>
                  <a:srgbClr val="C8D0D9"/>
                </a:solidFill>
                <a:latin typeface="Consolas"/>
                <a:cs typeface="Consolas"/>
              </a:rPr>
              <a:t>ac.</a:t>
            </a: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	</a:t>
            </a:r>
            <a:r>
              <a:rPr sz="1050" spc="-10" dirty="0">
                <a:solidFill>
                  <a:srgbClr val="808080"/>
                </a:solidFill>
                <a:latin typeface="Consolas"/>
                <a:cs typeface="Consolas"/>
              </a:rPr>
              <a:t>&lt;/</a:t>
            </a:r>
            <a:r>
              <a:rPr sz="1050" spc="-10" dirty="0">
                <a:solidFill>
                  <a:srgbClr val="7DE786"/>
                </a:solidFill>
                <a:latin typeface="Consolas"/>
                <a:cs typeface="Consolas"/>
              </a:rPr>
              <a:t>Routes</a:t>
            </a:r>
            <a:r>
              <a:rPr sz="1050" spc="-10" dirty="0">
                <a:solidFill>
                  <a:srgbClr val="808080"/>
                </a:solidFill>
                <a:latin typeface="Consolas"/>
                <a:cs typeface="Consolas"/>
              </a:rPr>
              <a:t>&gt;</a:t>
            </a:r>
            <a:endParaRPr sz="105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745490" algn="l"/>
              </a:tabLst>
            </a:pPr>
            <a:r>
              <a:rPr sz="1050" spc="-25" dirty="0">
                <a:solidFill>
                  <a:srgbClr val="C8D0D9"/>
                </a:solidFill>
                <a:latin typeface="Consolas"/>
                <a:cs typeface="Consolas"/>
              </a:rPr>
              <a:t>ad.</a:t>
            </a: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	</a:t>
            </a:r>
            <a:r>
              <a:rPr sz="1050" spc="-10" dirty="0">
                <a:solidFill>
                  <a:srgbClr val="808080"/>
                </a:solidFill>
                <a:latin typeface="Consolas"/>
                <a:cs typeface="Consolas"/>
              </a:rPr>
              <a:t>&lt;/</a:t>
            </a:r>
            <a:r>
              <a:rPr sz="1050" spc="-10" dirty="0">
                <a:solidFill>
                  <a:srgbClr val="7DE786"/>
                </a:solidFill>
                <a:latin typeface="Consolas"/>
                <a:cs typeface="Consolas"/>
              </a:rPr>
              <a:t>div</a:t>
            </a:r>
            <a:r>
              <a:rPr sz="1050" spc="-10" dirty="0">
                <a:solidFill>
                  <a:srgbClr val="808080"/>
                </a:solidFill>
                <a:latin typeface="Consolas"/>
                <a:cs typeface="Consolas"/>
              </a:rPr>
              <a:t>&gt;</a:t>
            </a:r>
            <a:endParaRPr sz="1050">
              <a:latin typeface="Consolas"/>
              <a:cs typeface="Consolas"/>
            </a:endParaRPr>
          </a:p>
          <a:p>
            <a:pPr marL="12700" marR="3900170">
              <a:lnSpc>
                <a:spcPct val="113100"/>
              </a:lnSpc>
              <a:tabLst>
                <a:tab pos="598805" algn="l"/>
                <a:tab pos="745490" algn="l"/>
              </a:tabLst>
            </a:pPr>
            <a:r>
              <a:rPr sz="1050" spc="-25" dirty="0">
                <a:solidFill>
                  <a:srgbClr val="C8D0D9"/>
                </a:solidFill>
                <a:latin typeface="Consolas"/>
                <a:cs typeface="Consolas"/>
              </a:rPr>
              <a:t>ae.</a:t>
            </a: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		</a:t>
            </a:r>
            <a:r>
              <a:rPr sz="1050" dirty="0">
                <a:solidFill>
                  <a:srgbClr val="808080"/>
                </a:solidFill>
                <a:latin typeface="Consolas"/>
                <a:cs typeface="Consolas"/>
              </a:rPr>
              <a:t>&lt;</a:t>
            </a:r>
            <a:r>
              <a:rPr sz="1050" dirty="0">
                <a:solidFill>
                  <a:srgbClr val="7DE786"/>
                </a:solidFill>
                <a:latin typeface="Consolas"/>
                <a:cs typeface="Consolas"/>
              </a:rPr>
              <a:t>Footer </a:t>
            </a:r>
            <a:r>
              <a:rPr sz="1050" spc="-25" dirty="0">
                <a:solidFill>
                  <a:srgbClr val="808080"/>
                </a:solidFill>
                <a:latin typeface="Consolas"/>
                <a:cs typeface="Consolas"/>
              </a:rPr>
              <a:t>/&gt; </a:t>
            </a:r>
            <a:r>
              <a:rPr sz="1050" spc="-25" dirty="0">
                <a:solidFill>
                  <a:srgbClr val="C8D0D9"/>
                </a:solidFill>
                <a:latin typeface="Consolas"/>
                <a:cs typeface="Consolas"/>
              </a:rPr>
              <a:t>af.</a:t>
            </a: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	</a:t>
            </a:r>
            <a:r>
              <a:rPr sz="1050" spc="-25" dirty="0">
                <a:solidFill>
                  <a:srgbClr val="808080"/>
                </a:solidFill>
                <a:latin typeface="Consolas"/>
                <a:cs typeface="Consolas"/>
              </a:rPr>
              <a:t>&lt;/&gt;</a:t>
            </a:r>
            <a:endParaRPr sz="105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  <a:spcBef>
                <a:spcPts val="165"/>
              </a:spcBef>
              <a:tabLst>
                <a:tab pos="452120" algn="l"/>
              </a:tabLst>
            </a:pPr>
            <a:r>
              <a:rPr sz="1050" spc="-25" dirty="0">
                <a:solidFill>
                  <a:srgbClr val="C8D0D9"/>
                </a:solidFill>
                <a:latin typeface="Consolas"/>
                <a:cs typeface="Consolas"/>
              </a:rPr>
              <a:t>ag.</a:t>
            </a: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	</a:t>
            </a:r>
            <a:r>
              <a:rPr sz="1050" spc="-25" dirty="0">
                <a:solidFill>
                  <a:srgbClr val="C8D0D9"/>
                </a:solidFill>
                <a:latin typeface="Consolas"/>
                <a:cs typeface="Consolas"/>
              </a:rPr>
              <a:t>);</a:t>
            </a:r>
            <a:endParaRPr sz="105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  <a:spcBef>
                <a:spcPts val="165"/>
              </a:spcBef>
            </a:pPr>
            <a:r>
              <a:rPr sz="1050" dirty="0">
                <a:solidFill>
                  <a:srgbClr val="C8D0D9"/>
                </a:solidFill>
                <a:latin typeface="Consolas"/>
                <a:cs typeface="Consolas"/>
              </a:rPr>
              <a:t>ah.</a:t>
            </a:r>
            <a:r>
              <a:rPr sz="1050" spc="-5" dirty="0">
                <a:solidFill>
                  <a:srgbClr val="C8D0D9"/>
                </a:solidFill>
                <a:latin typeface="Consolas"/>
                <a:cs typeface="Consolas"/>
              </a:rPr>
              <a:t> </a:t>
            </a:r>
            <a:r>
              <a:rPr sz="1050" spc="-25" dirty="0">
                <a:solidFill>
                  <a:srgbClr val="C8D0D9"/>
                </a:solidFill>
                <a:latin typeface="Consolas"/>
                <a:cs typeface="Consolas"/>
              </a:rPr>
              <a:t>}</a:t>
            </a:r>
            <a:r>
              <a:rPr sz="1050" spc="-25" dirty="0">
                <a:solidFill>
                  <a:srgbClr val="BABEBE"/>
                </a:solidFill>
                <a:latin typeface="Consolas"/>
                <a:cs typeface="Consolas"/>
              </a:rPr>
              <a:t>;</a:t>
            </a:r>
            <a:endParaRPr sz="1050">
              <a:latin typeface="Consolas"/>
              <a:cs typeface="Consolas"/>
            </a:endParaRPr>
          </a:p>
          <a:p>
            <a:pPr marL="12700">
              <a:lnSpc>
                <a:spcPts val="1395"/>
              </a:lnSpc>
              <a:spcBef>
                <a:spcPts val="15"/>
              </a:spcBef>
            </a:pPr>
            <a:r>
              <a:rPr sz="1200" spc="-25" dirty="0">
                <a:latin typeface="Arial"/>
                <a:cs typeface="Arial"/>
              </a:rPr>
              <a:t>ai.</a:t>
            </a:r>
            <a:endParaRPr sz="1200">
              <a:latin typeface="Arial"/>
              <a:cs typeface="Arial"/>
            </a:endParaRPr>
          </a:p>
          <a:p>
            <a:pPr marL="12700">
              <a:lnSpc>
                <a:spcPts val="1215"/>
              </a:lnSpc>
            </a:pP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aj.</a:t>
            </a:r>
            <a:r>
              <a:rPr sz="1050" spc="-5" dirty="0">
                <a:solidFill>
                  <a:srgbClr val="C486BF"/>
                </a:solidFill>
                <a:latin typeface="Consolas"/>
                <a:cs typeface="Consolas"/>
              </a:rPr>
              <a:t> </a:t>
            </a:r>
            <a:r>
              <a:rPr sz="1050" dirty="0">
                <a:solidFill>
                  <a:srgbClr val="C486BF"/>
                </a:solidFill>
                <a:latin typeface="Consolas"/>
                <a:cs typeface="Consolas"/>
              </a:rPr>
              <a:t>export default </a:t>
            </a:r>
            <a:r>
              <a:rPr sz="1050" spc="-20" dirty="0">
                <a:solidFill>
                  <a:srgbClr val="D1A7FF"/>
                </a:solidFill>
                <a:latin typeface="Consolas"/>
                <a:cs typeface="Consolas"/>
              </a:rPr>
              <a:t>App</a:t>
            </a:r>
            <a:r>
              <a:rPr sz="1050" spc="-20" dirty="0">
                <a:solidFill>
                  <a:srgbClr val="BABEBE"/>
                </a:solidFill>
                <a:latin typeface="Consolas"/>
                <a:cs typeface="Consolas"/>
              </a:rPr>
              <a:t>;</a:t>
            </a:r>
            <a:endParaRPr sz="105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sz="1200" spc="-25" dirty="0">
                <a:latin typeface="Arial"/>
                <a:cs typeface="Arial"/>
              </a:rPr>
              <a:t>ak.</a:t>
            </a:r>
            <a:endParaRPr sz="12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39724" y="1076388"/>
            <a:ext cx="2390140" cy="20542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spc="-10" dirty="0">
                <a:latin typeface="Times New Roman"/>
                <a:cs typeface="Times New Roman"/>
              </a:rPr>
              <a:t>“Results”:</a:t>
            </a:r>
            <a:endParaRPr sz="2000">
              <a:latin typeface="Times New Roman"/>
              <a:cs typeface="Times New Roman"/>
            </a:endParaRPr>
          </a:p>
          <a:p>
            <a:pPr marL="12700" marR="5080">
              <a:lnSpc>
                <a:spcPts val="6830"/>
              </a:lnSpc>
              <a:spcBef>
                <a:spcPts val="685"/>
              </a:spcBef>
            </a:pPr>
            <a:r>
              <a:rPr sz="2000" b="1" spc="-35" dirty="0">
                <a:latin typeface="Calibri"/>
                <a:cs typeface="Calibri"/>
              </a:rPr>
              <a:t>Tomato</a:t>
            </a:r>
            <a:r>
              <a:rPr sz="2000" b="1" spc="-80" dirty="0">
                <a:latin typeface="Calibri"/>
                <a:cs typeface="Calibri"/>
              </a:rPr>
              <a:t> </a:t>
            </a:r>
            <a:r>
              <a:rPr sz="2000" b="1" spc="-10" dirty="0">
                <a:latin typeface="Calibri"/>
                <a:cs typeface="Calibri"/>
              </a:rPr>
              <a:t>Landing</a:t>
            </a:r>
            <a:r>
              <a:rPr sz="2000" b="1" spc="-100" dirty="0">
                <a:latin typeface="Calibri"/>
                <a:cs typeface="Calibri"/>
              </a:rPr>
              <a:t> </a:t>
            </a:r>
            <a:r>
              <a:rPr sz="2000" b="1" spc="-10" dirty="0">
                <a:latin typeface="Calibri"/>
                <a:cs typeface="Calibri"/>
              </a:rPr>
              <a:t>Page:-Tomato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39724" y="3321050"/>
            <a:ext cx="208153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Registration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&amp;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Login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Page:-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2425" y="352425"/>
            <a:ext cx="6857999" cy="6210299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391517" y="7048562"/>
            <a:ext cx="1237615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spc="-50" dirty="0">
                <a:latin typeface="Calibri"/>
                <a:cs typeface="Calibri"/>
              </a:rPr>
              <a:t>Menu</a:t>
            </a:r>
            <a:r>
              <a:rPr sz="2000" b="1" spc="-90" dirty="0">
                <a:latin typeface="Calibri"/>
                <a:cs typeface="Calibri"/>
              </a:rPr>
              <a:t> </a:t>
            </a:r>
            <a:r>
              <a:rPr sz="2000" b="1" spc="-20" dirty="0">
                <a:latin typeface="Calibri"/>
                <a:cs typeface="Calibri"/>
              </a:rPr>
              <a:t>Page:</a:t>
            </a:r>
            <a:endParaRPr sz="2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2425" y="352425"/>
            <a:ext cx="6857999" cy="3257549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52425" y="4857750"/>
            <a:ext cx="6857999" cy="3257549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339724" y="9715562"/>
            <a:ext cx="3270885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latin typeface="Times New Roman"/>
                <a:cs typeface="Times New Roman"/>
              </a:rPr>
              <a:t>Add</a:t>
            </a:r>
            <a:r>
              <a:rPr sz="2000" b="1" spc="-80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Times New Roman"/>
                <a:cs typeface="Times New Roman"/>
              </a:rPr>
              <a:t>to</a:t>
            </a:r>
            <a:r>
              <a:rPr sz="2000" b="1" spc="-80" dirty="0">
                <a:latin typeface="Times New Roman"/>
                <a:cs typeface="Times New Roman"/>
              </a:rPr>
              <a:t> </a:t>
            </a:r>
            <a:r>
              <a:rPr sz="2000" b="1" spc="-10" dirty="0">
                <a:latin typeface="Times New Roman"/>
                <a:cs typeface="Times New Roman"/>
              </a:rPr>
              <a:t>Cart/Payment</a:t>
            </a:r>
            <a:r>
              <a:rPr sz="2000" b="1" spc="-75" dirty="0">
                <a:latin typeface="Times New Roman"/>
                <a:cs typeface="Times New Roman"/>
              </a:rPr>
              <a:t> </a:t>
            </a:r>
            <a:r>
              <a:rPr sz="2000" b="1" spc="-10" dirty="0">
                <a:latin typeface="Times New Roman"/>
                <a:cs typeface="Times New Roman"/>
              </a:rPr>
              <a:t>Section:</a:t>
            </a:r>
            <a:endParaRPr sz="20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2424" y="1819275"/>
            <a:ext cx="6857999" cy="6438899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395982" y="8382062"/>
            <a:ext cx="1416685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spc="-10" dirty="0">
                <a:latin typeface="Calibri"/>
                <a:cs typeface="Calibri"/>
              </a:rPr>
              <a:t>Admin</a:t>
            </a:r>
            <a:r>
              <a:rPr sz="2000" b="1" spc="-70" dirty="0">
                <a:latin typeface="Calibri"/>
                <a:cs typeface="Calibri"/>
              </a:rPr>
              <a:t> </a:t>
            </a:r>
            <a:r>
              <a:rPr sz="2000" b="1" spc="-10" dirty="0">
                <a:latin typeface="Calibri"/>
                <a:cs typeface="Calibri"/>
              </a:rPr>
              <a:t>Panel:</a:t>
            </a:r>
            <a:endParaRPr sz="2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2424" y="352425"/>
            <a:ext cx="6857999" cy="7077074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339724" y="8536453"/>
            <a:ext cx="193675" cy="224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spc="-25" dirty="0">
                <a:latin typeface="Calibri"/>
                <a:cs typeface="Calibri"/>
              </a:rPr>
              <a:t>14</a:t>
            </a:r>
            <a:endParaRPr sz="13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1896</Words>
  <Application>Microsoft Office PowerPoint</Application>
  <PresentationFormat>Custom</PresentationFormat>
  <Paragraphs>223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Arial</vt:lpstr>
      <vt:lpstr>Calibri</vt:lpstr>
      <vt:lpstr>Cambria</vt:lpstr>
      <vt:lpstr>Consolas</vt:lpstr>
      <vt:lpstr>Times New Roman</vt:lpstr>
      <vt:lpstr>Office Theme</vt:lpstr>
      <vt:lpstr>CIE- COPYRIGHT INFORMATION EXTRACTION FORM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IOHE.docx</dc:title>
  <dc:creator>SUBHA PANJA</dc:creator>
  <cp:keywords>DAHIHzhRa6Q,BAGFOfk0WII,0</cp:keywords>
  <cp:lastModifiedBy>Windows User</cp:lastModifiedBy>
  <cp:revision>1</cp:revision>
  <dcterms:created xsi:type="dcterms:W3CDTF">2026-05-06T14:44:32Z</dcterms:created>
  <dcterms:modified xsi:type="dcterms:W3CDTF">2026-05-15T10:19:49Z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2026-04-28T00:00:00Z</vt:filetime>
  </property>
  <property fmtid="{D5CDD505-2E9C-101B-9397-08002B2CF9AE}" pid="3" name="Creator">
    <vt:lpwstr>Canva</vt:lpwstr>
  </property>
  <property fmtid="{D5CDD505-2E9C-101B-9397-08002B2CF9AE}" pid="4" name="LastSaved">
    <vt:filetime>2026-05-06T00:00:00Z</vt:filetime>
  </property>
  <property fmtid="{D5CDD505-2E9C-101B-9397-08002B2CF9AE}" pid="5" name="Producer">
    <vt:lpwstr>Canva</vt:lpwstr>
  </property>
</Properties>
</file>